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7AC"/>
    <a:srgbClr val="AF7057"/>
    <a:srgbClr val="C56528"/>
    <a:srgbClr val="96B598"/>
    <a:srgbClr val="8B8B8B"/>
    <a:srgbClr val="EFBAB6"/>
    <a:srgbClr val="C8DCB7"/>
    <a:srgbClr val="F6ECAE"/>
    <a:srgbClr val="000000"/>
    <a:srgbClr val="E14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3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66F1A-3181-4BF8-A3FC-BD87C86B0298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C73A3-B41E-4C35-BF12-029DC9CB83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13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C73A3-B41E-4C35-BF12-029DC9CB83D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82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6A0F0-F827-8FBA-58BE-1EEA4A17E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3626F1-CE18-B460-4AC5-EFBB82B8C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590F3D-9982-3FF4-BE31-69F8310C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4139AD-1DFF-EEDD-D0B8-927C5175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FCE3A0-1E2E-5513-9711-DF6AFA6B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12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887EC-453A-000E-D1A9-E85A324C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588801-CFA9-E530-7897-5E101F9D2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AF5DF2-DCAC-093B-D7A2-329864EB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BEA995-2F50-855C-A97A-9DB931D82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4D6F70-4C3E-9635-B2F0-C0B1B55D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31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813FA-3D8A-AA7F-F9C9-21858538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E4178B-4332-0979-6787-1EB6E823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D833C0-B03D-75AB-4DA2-EC46BCEE6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CD48C3-65D2-43A7-640C-A7CE5970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44874C-893D-5B4A-F530-9E306F799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06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7BDEB9-C197-82F2-FF3C-1E954AE8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3C2F06-0F0A-0321-D3A4-844BE77A8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E44C01-1C28-8FC3-DBF0-896A8AAAE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45AFCE-E7B2-E832-B868-56545D54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EFA8FC-21B8-5F7F-6458-2ADE3A6B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9D26B8-F42B-1DC8-0346-B171723F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58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F35EC3-E343-052B-B22E-A2E48E1A0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16E92D-A42E-F22F-5237-3EF4D4DF1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6D8DCB3-F372-F9BE-457A-6E6C38C7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151CDE9-AD91-1835-E7F7-2702BD5AB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D6AFEF7-E78A-347D-9F3E-DCC71BB1B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32FF57-F4E3-13E3-5A19-8669BB9A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B34FBDD-B97E-BF7A-F082-AB10E5D21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C31B15-9ED0-5F2F-EF20-DB086B509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9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134BC-5D1C-2C40-8FD2-363FD6A0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6D87689-D2C3-2BE8-97EC-ECE98916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2EB0E0-7044-27C6-4F85-10AB4793A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78B13F-0051-C8B8-48CE-A948F4F8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80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BCCE87-6277-DA20-2051-AFF6CAB7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41D35A2-7AA7-4BAB-07E6-81B2013C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940FF4-21FC-F59F-EF9C-3D8B1D50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034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93677-2CE4-D72E-771C-6B67A7F8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E0695E-E475-7FDE-AC8D-F26A32EE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C34573-E9C6-DBAB-80BC-822670DE4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81EC3C-DE54-D17B-8159-E01ABD6A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CD1340-A54E-1798-EAA9-2C1ABA95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67A2A4-1D80-341A-0DBD-39EB19F4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25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18CCA-4099-DB27-1AC4-660759ED6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8EC69A9-CEEA-1834-6571-95DB551C9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C5B1EF-01F3-538B-0B6D-69E4CEDF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0CF6F4-FD50-F1A6-3AD0-5A9D080E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2D336F-79FE-5D27-F6EB-CD72EB88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67CE1D-997C-7A01-6A9A-6DA2320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842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2788F-6B98-8E7E-7037-E815AC087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756BE0-12A3-4AA9-3303-C061704D6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AF59FF-FD6A-94E1-1D73-F77D7E8E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8E8621-4016-FF90-A802-6B9C0A3E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73A9BE-0F69-F01E-5173-13730C2B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38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CD549C8-DC97-C62C-6C1C-C3EC49B9D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DCAF8B-590A-C6C1-54DE-D040CEAF2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DEA764-5289-D26F-64B6-6E7AF52E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2A8B07-5D19-4999-5CE9-E5783221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32D4A0-FD8A-4A35-EEDF-558488CC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67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7D0A257-10B2-D914-0DA4-A05EB80D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237527-3272-935B-C15B-03A346AF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70EC42-A447-A45B-C5DF-55EFA6D7E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C08FA-53CD-4A73-9D17-5DB0EBD6B970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85AD81-7937-3FF1-745F-C74D7887A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AE623-C1DB-386B-FF6E-3FD07235A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23574-3070-4D67-BD9C-0E86E1A895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5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3DEBE3F-BB22-3C40-B328-56E0FE609B31}"/>
              </a:ext>
            </a:extLst>
          </p:cNvPr>
          <p:cNvSpPr/>
          <p:nvPr/>
        </p:nvSpPr>
        <p:spPr>
          <a:xfrm>
            <a:off x="2700709" y="4311557"/>
            <a:ext cx="5335964" cy="1636533"/>
          </a:xfrm>
          <a:prstGeom prst="roundRect">
            <a:avLst>
              <a:gd name="adj" fmla="val 5609"/>
            </a:avLst>
          </a:prstGeom>
          <a:solidFill>
            <a:srgbClr val="C8DC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CD57E83-251D-2989-5C4D-931654832733}"/>
              </a:ext>
            </a:extLst>
          </p:cNvPr>
          <p:cNvSpPr/>
          <p:nvPr/>
        </p:nvSpPr>
        <p:spPr>
          <a:xfrm>
            <a:off x="2705462" y="744622"/>
            <a:ext cx="5335964" cy="1713125"/>
          </a:xfrm>
          <a:prstGeom prst="roundRect">
            <a:avLst>
              <a:gd name="adj" fmla="val 5547"/>
            </a:avLst>
          </a:prstGeom>
          <a:solidFill>
            <a:srgbClr val="EFBAB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2A577C1-B017-FA41-D999-1618B072498F}"/>
              </a:ext>
            </a:extLst>
          </p:cNvPr>
          <p:cNvSpPr/>
          <p:nvPr/>
        </p:nvSpPr>
        <p:spPr>
          <a:xfrm>
            <a:off x="2700709" y="2571613"/>
            <a:ext cx="5335964" cy="1636533"/>
          </a:xfrm>
          <a:prstGeom prst="roundRect">
            <a:avLst>
              <a:gd name="adj" fmla="val 5027"/>
            </a:avLst>
          </a:prstGeom>
          <a:solidFill>
            <a:srgbClr val="F6EC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976B7DCA-EE91-464E-BF94-5F38A1272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38" y="7391647"/>
            <a:ext cx="818197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98B156B-3F70-205B-A738-3979F960C3AC}"/>
              </a:ext>
            </a:extLst>
          </p:cNvPr>
          <p:cNvSpPr txBox="1"/>
          <p:nvPr/>
        </p:nvSpPr>
        <p:spPr>
          <a:xfrm>
            <a:off x="2694091" y="4306595"/>
            <a:ext cx="203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Interaction level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7F04D41-A98B-06FE-FD8F-3F2CC530CE67}"/>
              </a:ext>
            </a:extLst>
          </p:cNvPr>
          <p:cNvSpPr txBox="1"/>
          <p:nvPr/>
        </p:nvSpPr>
        <p:spPr>
          <a:xfrm>
            <a:off x="2707726" y="2580334"/>
            <a:ext cx="203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Association level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B2B782A-F4A9-E049-EC69-FC34351EDC63}"/>
              </a:ext>
            </a:extLst>
          </p:cNvPr>
          <p:cNvSpPr txBox="1"/>
          <p:nvPr/>
        </p:nvSpPr>
        <p:spPr>
          <a:xfrm>
            <a:off x="2706081" y="738264"/>
            <a:ext cx="2592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Emergent structure level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FAFDF8F-F339-F4C4-D45C-20B914AA550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4" y="4773817"/>
            <a:ext cx="983127" cy="933023"/>
          </a:xfrm>
          <a:prstGeom prst="rect">
            <a:avLst/>
          </a:prstGeom>
        </p:spPr>
      </p:pic>
      <p:grpSp>
        <p:nvGrpSpPr>
          <p:cNvPr id="148" name="Gruppieren 147">
            <a:extLst>
              <a:ext uri="{FF2B5EF4-FFF2-40B4-BE49-F238E27FC236}">
                <a16:creationId xmlns:a16="http://schemas.microsoft.com/office/drawing/2014/main" id="{8ED87775-E69A-79DE-B874-16AF4E1CF589}"/>
              </a:ext>
            </a:extLst>
          </p:cNvPr>
          <p:cNvGrpSpPr/>
          <p:nvPr/>
        </p:nvGrpSpPr>
        <p:grpSpPr>
          <a:xfrm>
            <a:off x="8327715" y="800907"/>
            <a:ext cx="1343025" cy="5142127"/>
            <a:chOff x="8545488" y="774275"/>
            <a:chExt cx="1343025" cy="5142127"/>
          </a:xfrm>
        </p:grpSpPr>
        <p:sp>
          <p:nvSpPr>
            <p:cNvPr id="20" name="Flussdiagramm: Manuelle Verarbeitung 19">
              <a:extLst>
                <a:ext uri="{FF2B5EF4-FFF2-40B4-BE49-F238E27FC236}">
                  <a16:creationId xmlns:a16="http://schemas.microsoft.com/office/drawing/2014/main" id="{11D0C60B-517E-1894-55A4-7EAD67FD536E}"/>
                </a:ext>
              </a:extLst>
            </p:cNvPr>
            <p:cNvSpPr/>
            <p:nvPr/>
          </p:nvSpPr>
          <p:spPr>
            <a:xfrm>
              <a:off x="8545488" y="774275"/>
              <a:ext cx="1343025" cy="5142127"/>
            </a:xfrm>
            <a:prstGeom prst="flowChartManualOperation">
              <a:avLst/>
            </a:prstGeom>
            <a:gradFill>
              <a:gsLst>
                <a:gs pos="0">
                  <a:srgbClr val="EFBAB6"/>
                </a:gs>
                <a:gs pos="50000">
                  <a:srgbClr val="F6ECAE"/>
                </a:gs>
                <a:gs pos="100000">
                  <a:srgbClr val="C8DCB7"/>
                </a:gs>
              </a:gsLst>
              <a:lin ang="5400000" scaled="1"/>
            </a:gra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444A239A-8480-7C0A-3C25-3912EA380D98}"/>
                </a:ext>
              </a:extLst>
            </p:cNvPr>
            <p:cNvSpPr txBox="1"/>
            <p:nvPr/>
          </p:nvSpPr>
          <p:spPr>
            <a:xfrm rot="16200000">
              <a:off x="7739768" y="2894141"/>
              <a:ext cx="2954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/>
                <a:t> Ecological Aggregation</a:t>
              </a:r>
            </a:p>
          </p:txBody>
        </p:sp>
      </p:grpSp>
      <p:sp>
        <p:nvSpPr>
          <p:cNvPr id="25" name="Flussdiagramm: Manuelle Verarbeitung 24">
            <a:extLst>
              <a:ext uri="{FF2B5EF4-FFF2-40B4-BE49-F238E27FC236}">
                <a16:creationId xmlns:a16="http://schemas.microsoft.com/office/drawing/2014/main" id="{68404E34-10FF-1214-71CB-13DC2A089C45}"/>
              </a:ext>
            </a:extLst>
          </p:cNvPr>
          <p:cNvSpPr/>
          <p:nvPr/>
        </p:nvSpPr>
        <p:spPr>
          <a:xfrm rot="10800000">
            <a:off x="9860822" y="782425"/>
            <a:ext cx="1343025" cy="5142127"/>
          </a:xfrm>
          <a:prstGeom prst="flowChartManualOperation">
            <a:avLst/>
          </a:prstGeom>
          <a:gradFill>
            <a:gsLst>
              <a:gs pos="0">
                <a:srgbClr val="C8DCB7"/>
              </a:gs>
              <a:gs pos="50000">
                <a:srgbClr val="F6ECAE"/>
              </a:gs>
              <a:gs pos="100000">
                <a:srgbClr val="EFBAB6"/>
              </a:gs>
            </a:gsLst>
            <a:lin ang="5400000" scaled="1"/>
          </a:gra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60FCC4D-353E-26D5-BEBD-A6825601BC4D}"/>
              </a:ext>
            </a:extLst>
          </p:cNvPr>
          <p:cNvSpPr txBox="1"/>
          <p:nvPr/>
        </p:nvSpPr>
        <p:spPr>
          <a:xfrm rot="16200000">
            <a:off x="9097971" y="2546486"/>
            <a:ext cx="286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Detectability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E31EE431-DBA1-C326-8D43-7956EE70CFBF}"/>
              </a:ext>
            </a:extLst>
          </p:cNvPr>
          <p:cNvGrpSpPr/>
          <p:nvPr/>
        </p:nvGrpSpPr>
        <p:grpSpPr>
          <a:xfrm>
            <a:off x="476836" y="2324424"/>
            <a:ext cx="1825860" cy="2134628"/>
            <a:chOff x="590551" y="1826676"/>
            <a:chExt cx="1825860" cy="2476786"/>
          </a:xfrm>
        </p:grpSpPr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F8F3463C-DF56-9428-7D18-B0277502DD1B}"/>
                </a:ext>
              </a:extLst>
            </p:cNvPr>
            <p:cNvSpPr/>
            <p:nvPr/>
          </p:nvSpPr>
          <p:spPr>
            <a:xfrm>
              <a:off x="590551" y="1826676"/>
              <a:ext cx="1825860" cy="2476786"/>
            </a:xfrm>
            <a:prstGeom prst="roundRect">
              <a:avLst>
                <a:gd name="adj" fmla="val 5216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A08561B-6F30-1C01-30D2-EC7D667F25A6}"/>
                </a:ext>
              </a:extLst>
            </p:cNvPr>
            <p:cNvSpPr txBox="1"/>
            <p:nvPr/>
          </p:nvSpPr>
          <p:spPr>
            <a:xfrm>
              <a:off x="750347" y="1995981"/>
              <a:ext cx="1559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Acoustic community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690CD764-ECA8-CCC9-9DA8-91B83EC7EDDD}"/>
                </a:ext>
              </a:extLst>
            </p:cNvPr>
            <p:cNvSpPr txBox="1"/>
            <p:nvPr/>
          </p:nvSpPr>
          <p:spPr>
            <a:xfrm>
              <a:off x="702891" y="2664587"/>
              <a:ext cx="1587344" cy="1384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Species pool</a:t>
              </a:r>
            </a:p>
            <a:p>
              <a:pPr algn="ctr"/>
              <a:r>
                <a:rPr lang="en-US" sz="1400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Vocal activity</a:t>
              </a:r>
            </a:p>
            <a:p>
              <a:pPr algn="ctr"/>
              <a:r>
                <a:rPr lang="en-US" sz="1400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Habitat structure</a:t>
              </a:r>
            </a:p>
            <a:p>
              <a:pPr algn="ctr"/>
              <a:r>
                <a:rPr lang="en-US" sz="1400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Phylogenetic composition</a:t>
              </a:r>
            </a:p>
            <a:p>
              <a:pPr algn="ctr"/>
              <a:r>
                <a:rPr lang="en-US" sz="1400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…</a:t>
              </a:r>
            </a:p>
          </p:txBody>
        </p:sp>
      </p:grp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692DAEDA-203E-B0D1-ADE2-1935300757E6}"/>
              </a:ext>
            </a:extLst>
          </p:cNvPr>
          <p:cNvCxnSpPr>
            <a:cxnSpLocks/>
            <a:stCxn id="27" idx="0"/>
            <a:endCxn id="4" idx="1"/>
          </p:cNvCxnSpPr>
          <p:nvPr/>
        </p:nvCxnSpPr>
        <p:spPr>
          <a:xfrm rot="5400000" flipH="1" flipV="1">
            <a:off x="1685995" y="1304957"/>
            <a:ext cx="723239" cy="1315696"/>
          </a:xfrm>
          <a:prstGeom prst="bentConnector2">
            <a:avLst/>
          </a:prstGeom>
          <a:ln w="1905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F8C2659F-6A29-6B30-DEDE-B1F90971A908}"/>
              </a:ext>
            </a:extLst>
          </p:cNvPr>
          <p:cNvCxnSpPr>
            <a:cxnSpLocks/>
            <a:stCxn id="27" idx="2"/>
            <a:endCxn id="6" idx="1"/>
          </p:cNvCxnSpPr>
          <p:nvPr/>
        </p:nvCxnSpPr>
        <p:spPr>
          <a:xfrm rot="16200000" flipH="1">
            <a:off x="1709851" y="4138966"/>
            <a:ext cx="670772" cy="1310943"/>
          </a:xfrm>
          <a:prstGeom prst="bentConnector2">
            <a:avLst/>
          </a:prstGeom>
          <a:ln w="1905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8DB0A8A9-6C35-CB17-6B81-3B58062B1E46}"/>
              </a:ext>
            </a:extLst>
          </p:cNvPr>
          <p:cNvCxnSpPr>
            <a:cxnSpLocks/>
            <a:stCxn id="27" idx="3"/>
            <a:endCxn id="5" idx="1"/>
          </p:cNvCxnSpPr>
          <p:nvPr/>
        </p:nvCxnSpPr>
        <p:spPr>
          <a:xfrm flipV="1">
            <a:off x="2302696" y="3389880"/>
            <a:ext cx="398013" cy="185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1152A4BB-2373-CA94-4844-08CE860C0FC1}"/>
              </a:ext>
            </a:extLst>
          </p:cNvPr>
          <p:cNvSpPr txBox="1"/>
          <p:nvPr/>
        </p:nvSpPr>
        <p:spPr>
          <a:xfrm>
            <a:off x="6914414" y="893839"/>
            <a:ext cx="122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Signal clarity</a:t>
            </a: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B13C085D-3E73-BFEB-34EE-009F0F359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noProof="0" dirty="0"/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D9A2F711-2BC7-9EF1-9D03-91B4FEA26A13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404" y="4773816"/>
            <a:ext cx="983127" cy="933024"/>
          </a:xfrm>
          <a:prstGeom prst="rect">
            <a:avLst/>
          </a:prstGeom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F845EBED-EE00-FB98-3A03-7A9D0C44DC61}"/>
              </a:ext>
            </a:extLst>
          </p:cNvPr>
          <p:cNvSpPr txBox="1"/>
          <p:nvPr/>
        </p:nvSpPr>
        <p:spPr>
          <a:xfrm>
            <a:off x="4491859" y="5663183"/>
            <a:ext cx="1671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Direct interaction</a:t>
            </a:r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FC5F3951-F6C4-AF66-C5CD-AA50B89D423A}"/>
              </a:ext>
            </a:extLst>
          </p:cNvPr>
          <p:cNvCxnSpPr>
            <a:cxnSpLocks/>
          </p:cNvCxnSpPr>
          <p:nvPr/>
        </p:nvCxnSpPr>
        <p:spPr>
          <a:xfrm>
            <a:off x="4826530" y="5119034"/>
            <a:ext cx="1039789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9B311DD8-52AB-671C-7109-392F2813D554}"/>
              </a:ext>
            </a:extLst>
          </p:cNvPr>
          <p:cNvSpPr txBox="1"/>
          <p:nvPr/>
        </p:nvSpPr>
        <p:spPr>
          <a:xfrm>
            <a:off x="4684055" y="5112957"/>
            <a:ext cx="13674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avoid / respond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69581A92-62B7-8684-C3B6-4C275DCA6AD9}"/>
              </a:ext>
            </a:extLst>
          </p:cNvPr>
          <p:cNvSpPr txBox="1"/>
          <p:nvPr/>
        </p:nvSpPr>
        <p:spPr>
          <a:xfrm>
            <a:off x="4035048" y="3929999"/>
            <a:ext cx="242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Inferred association patterns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CF71A118-4632-184C-7D07-E35204EFD4A7}"/>
              </a:ext>
            </a:extLst>
          </p:cNvPr>
          <p:cNvSpPr txBox="1"/>
          <p:nvPr/>
        </p:nvSpPr>
        <p:spPr>
          <a:xfrm>
            <a:off x="4153461" y="2171672"/>
            <a:ext cx="2473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Aggregated community signal</a:t>
            </a:r>
          </a:p>
        </p:txBody>
      </p:sp>
      <p:pic>
        <p:nvPicPr>
          <p:cNvPr id="57" name="Grafik 56" descr="WLAN Silhouette">
            <a:extLst>
              <a:ext uri="{FF2B5EF4-FFF2-40B4-BE49-F238E27FC236}">
                <a16:creationId xmlns:a16="http://schemas.microsoft.com/office/drawing/2014/main" id="{587FC65C-2CB2-E8FB-9CBD-1CC28211B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5830339" y="4559304"/>
            <a:ext cx="712013" cy="712013"/>
          </a:xfrm>
          <a:prstGeom prst="rect">
            <a:avLst/>
          </a:prstGeom>
        </p:spPr>
      </p:pic>
      <p:pic>
        <p:nvPicPr>
          <p:cNvPr id="70" name="Grafik 69" descr="WLAN Silhouette">
            <a:extLst>
              <a:ext uri="{FF2B5EF4-FFF2-40B4-BE49-F238E27FC236}">
                <a16:creationId xmlns:a16="http://schemas.microsoft.com/office/drawing/2014/main" id="{0BCCBE3F-B633-C10E-3CDD-5D3B4E64B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199738" y="4558622"/>
            <a:ext cx="712013" cy="712013"/>
          </a:xfrm>
          <a:prstGeom prst="rect">
            <a:avLst/>
          </a:prstGeom>
        </p:spPr>
      </p:pic>
      <p:sp>
        <p:nvSpPr>
          <p:cNvPr id="75" name="Rechteck 74">
            <a:extLst>
              <a:ext uri="{FF2B5EF4-FFF2-40B4-BE49-F238E27FC236}">
                <a16:creationId xmlns:a16="http://schemas.microsoft.com/office/drawing/2014/main" id="{C5EA09DB-459B-86AE-98C4-B7660A1216F2}"/>
              </a:ext>
            </a:extLst>
          </p:cNvPr>
          <p:cNvSpPr/>
          <p:nvPr/>
        </p:nvSpPr>
        <p:spPr>
          <a:xfrm>
            <a:off x="6307373" y="3020336"/>
            <a:ext cx="1441184" cy="870105"/>
          </a:xfrm>
          <a:prstGeom prst="rect">
            <a:avLst/>
          </a:prstGeom>
          <a:noFill/>
          <a:ln>
            <a:solidFill>
              <a:srgbClr val="8B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FF5AF3A-BD3B-AFAC-BB7A-E110C01EC56A}"/>
              </a:ext>
            </a:extLst>
          </p:cNvPr>
          <p:cNvSpPr/>
          <p:nvPr/>
        </p:nvSpPr>
        <p:spPr>
          <a:xfrm>
            <a:off x="4626333" y="3023257"/>
            <a:ext cx="1441184" cy="869851"/>
          </a:xfrm>
          <a:prstGeom prst="rect">
            <a:avLst/>
          </a:prstGeom>
          <a:noFill/>
          <a:ln>
            <a:solidFill>
              <a:srgbClr val="8B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5CB91B76-BC08-BF21-4305-9BCD92A2AB96}"/>
              </a:ext>
            </a:extLst>
          </p:cNvPr>
          <p:cNvSpPr/>
          <p:nvPr/>
        </p:nvSpPr>
        <p:spPr>
          <a:xfrm>
            <a:off x="2969916" y="3023447"/>
            <a:ext cx="1437034" cy="844899"/>
          </a:xfrm>
          <a:prstGeom prst="rect">
            <a:avLst/>
          </a:prstGeom>
          <a:noFill/>
          <a:ln>
            <a:solidFill>
              <a:srgbClr val="8B8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7" name="Freihandform: Form 96">
            <a:extLst>
              <a:ext uri="{FF2B5EF4-FFF2-40B4-BE49-F238E27FC236}">
                <a16:creationId xmlns:a16="http://schemas.microsoft.com/office/drawing/2014/main" id="{2966F635-0254-0903-D3A2-7AB531475865}"/>
              </a:ext>
            </a:extLst>
          </p:cNvPr>
          <p:cNvSpPr/>
          <p:nvPr/>
        </p:nvSpPr>
        <p:spPr>
          <a:xfrm>
            <a:off x="3315954" y="3210719"/>
            <a:ext cx="2124075" cy="538940"/>
          </a:xfrm>
          <a:custGeom>
            <a:avLst/>
            <a:gdLst>
              <a:gd name="csX0" fmla="*/ 666750 w 2124075"/>
              <a:gd name="csY0" fmla="*/ 5540 h 538940"/>
              <a:gd name="csX1" fmla="*/ 666750 w 2124075"/>
              <a:gd name="csY1" fmla="*/ 5540 h 538940"/>
              <a:gd name="csX2" fmla="*/ 428625 w 2124075"/>
              <a:gd name="csY2" fmla="*/ 53165 h 538940"/>
              <a:gd name="csX3" fmla="*/ 409575 w 2124075"/>
              <a:gd name="csY3" fmla="*/ 91265 h 538940"/>
              <a:gd name="csX4" fmla="*/ 161925 w 2124075"/>
              <a:gd name="csY4" fmla="*/ 148415 h 538940"/>
              <a:gd name="csX5" fmla="*/ 19050 w 2124075"/>
              <a:gd name="csY5" fmla="*/ 281765 h 538940"/>
              <a:gd name="csX6" fmla="*/ 0 w 2124075"/>
              <a:gd name="csY6" fmla="*/ 424640 h 538940"/>
              <a:gd name="csX7" fmla="*/ 238125 w 2124075"/>
              <a:gd name="csY7" fmla="*/ 538940 h 538940"/>
              <a:gd name="csX8" fmla="*/ 895350 w 2124075"/>
              <a:gd name="csY8" fmla="*/ 462740 h 538940"/>
              <a:gd name="csX9" fmla="*/ 1657350 w 2124075"/>
              <a:gd name="csY9" fmla="*/ 319865 h 538940"/>
              <a:gd name="csX10" fmla="*/ 2124075 w 2124075"/>
              <a:gd name="csY10" fmla="*/ 377015 h 538940"/>
              <a:gd name="csX11" fmla="*/ 1676400 w 2124075"/>
              <a:gd name="csY11" fmla="*/ 24590 h 538940"/>
              <a:gd name="csX12" fmla="*/ 666750 w 2124075"/>
              <a:gd name="csY12" fmla="*/ 5540 h 538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4075" h="538940">
                <a:moveTo>
                  <a:pt x="666750" y="5540"/>
                </a:moveTo>
                <a:lnTo>
                  <a:pt x="666750" y="5540"/>
                </a:lnTo>
                <a:cubicBezTo>
                  <a:pt x="542551" y="11454"/>
                  <a:pt x="488695" y="-30933"/>
                  <a:pt x="428625" y="53165"/>
                </a:cubicBezTo>
                <a:cubicBezTo>
                  <a:pt x="373900" y="129779"/>
                  <a:pt x="445778" y="55062"/>
                  <a:pt x="409575" y="91265"/>
                </a:cubicBezTo>
                <a:lnTo>
                  <a:pt x="161925" y="148415"/>
                </a:lnTo>
                <a:lnTo>
                  <a:pt x="19050" y="281765"/>
                </a:lnTo>
                <a:lnTo>
                  <a:pt x="0" y="424640"/>
                </a:lnTo>
                <a:lnTo>
                  <a:pt x="238125" y="538940"/>
                </a:lnTo>
                <a:lnTo>
                  <a:pt x="895350" y="462740"/>
                </a:lnTo>
                <a:lnTo>
                  <a:pt x="1657350" y="319865"/>
                </a:lnTo>
                <a:lnTo>
                  <a:pt x="2124075" y="377015"/>
                </a:lnTo>
                <a:lnTo>
                  <a:pt x="1676400" y="24590"/>
                </a:lnTo>
                <a:lnTo>
                  <a:pt x="666750" y="5540"/>
                </a:lnTo>
                <a:close/>
              </a:path>
            </a:pathLst>
          </a:custGeom>
          <a:solidFill>
            <a:srgbClr val="96B598">
              <a:alpha val="48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5" name="Grafik 94" descr="WLAN Silhouette">
            <a:extLst>
              <a:ext uri="{FF2B5EF4-FFF2-40B4-BE49-F238E27FC236}">
                <a16:creationId xmlns:a16="http://schemas.microsoft.com/office/drawing/2014/main" id="{9B4218C6-A415-BA00-618E-AE9AA4912E03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5178350" y="3019337"/>
            <a:ext cx="514014" cy="514014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DCB23A21-76B8-1C93-934B-1F30F69D9B6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991" y="3432356"/>
            <a:ext cx="424681" cy="403038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5474C5D8-6396-12C3-D97A-5621D5D17DC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864" y="3221479"/>
            <a:ext cx="424681" cy="403038"/>
          </a:xfrm>
          <a:prstGeom prst="rect">
            <a:avLst/>
          </a:prstGeom>
        </p:spPr>
      </p:pic>
      <p:pic>
        <p:nvPicPr>
          <p:cNvPr id="90" name="Grafik 89" descr="WLAN Silhouette">
            <a:extLst>
              <a:ext uri="{FF2B5EF4-FFF2-40B4-BE49-F238E27FC236}">
                <a16:creationId xmlns:a16="http://schemas.microsoft.com/office/drawing/2014/main" id="{D85EDC2E-4D6E-BBCA-D96E-670CBAA62E8E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934141" y="3001081"/>
            <a:ext cx="514014" cy="514014"/>
          </a:xfrm>
          <a:prstGeom prst="rect">
            <a:avLst/>
          </a:prstGeom>
        </p:spPr>
      </p:pic>
      <p:pic>
        <p:nvPicPr>
          <p:cNvPr id="93" name="Grafik 92" descr="WLAN Silhouette">
            <a:extLst>
              <a:ext uri="{FF2B5EF4-FFF2-40B4-BE49-F238E27FC236}">
                <a16:creationId xmlns:a16="http://schemas.microsoft.com/office/drawing/2014/main" id="{B2DE29F9-A775-99A5-C526-913BFD087686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419791" y="3210631"/>
            <a:ext cx="514014" cy="514014"/>
          </a:xfrm>
          <a:prstGeom prst="rect">
            <a:avLst/>
          </a:prstGeom>
        </p:spPr>
      </p:pic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7790CA35-0F7A-B39B-B147-807260098542}"/>
              </a:ext>
            </a:extLst>
          </p:cNvPr>
          <p:cNvSpPr/>
          <p:nvPr/>
        </p:nvSpPr>
        <p:spPr>
          <a:xfrm>
            <a:off x="3866263" y="3307330"/>
            <a:ext cx="2838450" cy="704850"/>
          </a:xfrm>
          <a:custGeom>
            <a:avLst/>
            <a:gdLst>
              <a:gd name="csX0" fmla="*/ 857250 w 2838450"/>
              <a:gd name="csY0" fmla="*/ 123825 h 704850"/>
              <a:gd name="csX1" fmla="*/ 180975 w 2838450"/>
              <a:gd name="csY1" fmla="*/ 314325 h 704850"/>
              <a:gd name="csX2" fmla="*/ 0 w 2838450"/>
              <a:gd name="csY2" fmla="*/ 514350 h 704850"/>
              <a:gd name="csX3" fmla="*/ 209550 w 2838450"/>
              <a:gd name="csY3" fmla="*/ 704850 h 704850"/>
              <a:gd name="csX4" fmla="*/ 733425 w 2838450"/>
              <a:gd name="csY4" fmla="*/ 619125 h 704850"/>
              <a:gd name="csX5" fmla="*/ 1143000 w 2838450"/>
              <a:gd name="csY5" fmla="*/ 561975 h 704850"/>
              <a:gd name="csX6" fmla="*/ 1609725 w 2838450"/>
              <a:gd name="csY6" fmla="*/ 571500 h 704850"/>
              <a:gd name="csX7" fmla="*/ 2133600 w 2838450"/>
              <a:gd name="csY7" fmla="*/ 657225 h 704850"/>
              <a:gd name="csX8" fmla="*/ 2562225 w 2838450"/>
              <a:gd name="csY8" fmla="*/ 571500 h 704850"/>
              <a:gd name="csX9" fmla="*/ 2838450 w 2838450"/>
              <a:gd name="csY9" fmla="*/ 381000 h 704850"/>
              <a:gd name="csX10" fmla="*/ 2771775 w 2838450"/>
              <a:gd name="csY10" fmla="*/ 142875 h 704850"/>
              <a:gd name="csX11" fmla="*/ 2628900 w 2838450"/>
              <a:gd name="csY11" fmla="*/ 95250 h 704850"/>
              <a:gd name="csX12" fmla="*/ 2057400 w 2838450"/>
              <a:gd name="csY12" fmla="*/ 9525 h 704850"/>
              <a:gd name="csX13" fmla="*/ 1714500 w 2838450"/>
              <a:gd name="csY13" fmla="*/ 9525 h 704850"/>
              <a:gd name="csX14" fmla="*/ 1552575 w 2838450"/>
              <a:gd name="csY14" fmla="*/ 0 h 704850"/>
              <a:gd name="csX15" fmla="*/ 857250 w 2838450"/>
              <a:gd name="csY15" fmla="*/ 123825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838450" h="704850">
                <a:moveTo>
                  <a:pt x="857250" y="123825"/>
                </a:moveTo>
                <a:lnTo>
                  <a:pt x="180975" y="314325"/>
                </a:lnTo>
                <a:lnTo>
                  <a:pt x="0" y="514350"/>
                </a:lnTo>
                <a:lnTo>
                  <a:pt x="209550" y="704850"/>
                </a:lnTo>
                <a:lnTo>
                  <a:pt x="733425" y="619125"/>
                </a:lnTo>
                <a:lnTo>
                  <a:pt x="1143000" y="561975"/>
                </a:lnTo>
                <a:lnTo>
                  <a:pt x="1609725" y="571500"/>
                </a:lnTo>
                <a:lnTo>
                  <a:pt x="2133600" y="657225"/>
                </a:lnTo>
                <a:lnTo>
                  <a:pt x="2562225" y="571500"/>
                </a:lnTo>
                <a:lnTo>
                  <a:pt x="2838450" y="381000"/>
                </a:lnTo>
                <a:lnTo>
                  <a:pt x="2771775" y="142875"/>
                </a:lnTo>
                <a:lnTo>
                  <a:pt x="2628900" y="95250"/>
                </a:lnTo>
                <a:lnTo>
                  <a:pt x="2057400" y="9525"/>
                </a:lnTo>
                <a:lnTo>
                  <a:pt x="1714500" y="9525"/>
                </a:lnTo>
                <a:lnTo>
                  <a:pt x="1552575" y="0"/>
                </a:lnTo>
                <a:lnTo>
                  <a:pt x="857250" y="123825"/>
                </a:lnTo>
                <a:close/>
              </a:path>
            </a:pathLst>
          </a:custGeom>
          <a:solidFill>
            <a:srgbClr val="AF7057">
              <a:alpha val="4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7" name="Grafik 86">
            <a:extLst>
              <a:ext uri="{FF2B5EF4-FFF2-40B4-BE49-F238E27FC236}">
                <a16:creationId xmlns:a16="http://schemas.microsoft.com/office/drawing/2014/main" id="{D20CC88B-2223-4AFD-C7DE-71CA018E9C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865" y="3468796"/>
            <a:ext cx="424681" cy="403038"/>
          </a:xfrm>
          <a:prstGeom prst="rect">
            <a:avLst/>
          </a:prstGeom>
        </p:spPr>
      </p:pic>
      <p:pic>
        <p:nvPicPr>
          <p:cNvPr id="94" name="Grafik 93" descr="WLAN Silhouette">
            <a:extLst>
              <a:ext uri="{FF2B5EF4-FFF2-40B4-BE49-F238E27FC236}">
                <a16:creationId xmlns:a16="http://schemas.microsoft.com/office/drawing/2014/main" id="{16A68B78-AE81-C047-1892-709DADCADBCA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991416" y="3248731"/>
            <a:ext cx="514014" cy="514014"/>
          </a:xfrm>
          <a:prstGeom prst="rect">
            <a:avLst/>
          </a:prstGeom>
        </p:spPr>
      </p:pic>
      <p:pic>
        <p:nvPicPr>
          <p:cNvPr id="78" name="Grafik 77" descr="WLAN Silhouette">
            <a:extLst>
              <a:ext uri="{FF2B5EF4-FFF2-40B4-BE49-F238E27FC236}">
                <a16:creationId xmlns:a16="http://schemas.microsoft.com/office/drawing/2014/main" id="{62B2533A-AE38-D14D-1F82-FC65F6655C81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6639241" y="3067756"/>
            <a:ext cx="514014" cy="514014"/>
          </a:xfrm>
          <a:prstGeom prst="rect">
            <a:avLst/>
          </a:prstGeom>
        </p:spPr>
      </p:pic>
      <p:sp>
        <p:nvSpPr>
          <p:cNvPr id="99" name="Freihandform: Form 98">
            <a:extLst>
              <a:ext uri="{FF2B5EF4-FFF2-40B4-BE49-F238E27FC236}">
                <a16:creationId xmlns:a16="http://schemas.microsoft.com/office/drawing/2014/main" id="{A64E4451-6EA3-0561-9B39-492C016F0582}"/>
              </a:ext>
            </a:extLst>
          </p:cNvPr>
          <p:cNvSpPr/>
          <p:nvPr/>
        </p:nvSpPr>
        <p:spPr>
          <a:xfrm>
            <a:off x="5377576" y="3113417"/>
            <a:ext cx="2314575" cy="676275"/>
          </a:xfrm>
          <a:custGeom>
            <a:avLst/>
            <a:gdLst>
              <a:gd name="csX0" fmla="*/ 1114425 w 2314575"/>
              <a:gd name="csY0" fmla="*/ 114300 h 676275"/>
              <a:gd name="csX1" fmla="*/ 1552575 w 2314575"/>
              <a:gd name="csY1" fmla="*/ 28575 h 676275"/>
              <a:gd name="csX2" fmla="*/ 2057400 w 2314575"/>
              <a:gd name="csY2" fmla="*/ 123825 h 676275"/>
              <a:gd name="csX3" fmla="*/ 2314575 w 2314575"/>
              <a:gd name="csY3" fmla="*/ 314325 h 676275"/>
              <a:gd name="csX4" fmla="*/ 2247900 w 2314575"/>
              <a:gd name="csY4" fmla="*/ 476250 h 676275"/>
              <a:gd name="csX5" fmla="*/ 1924050 w 2314575"/>
              <a:gd name="csY5" fmla="*/ 647700 h 676275"/>
              <a:gd name="csX6" fmla="*/ 1457325 w 2314575"/>
              <a:gd name="csY6" fmla="*/ 676275 h 676275"/>
              <a:gd name="csX7" fmla="*/ 990600 w 2314575"/>
              <a:gd name="csY7" fmla="*/ 571500 h 676275"/>
              <a:gd name="csX8" fmla="*/ 552450 w 2314575"/>
              <a:gd name="csY8" fmla="*/ 504825 h 676275"/>
              <a:gd name="csX9" fmla="*/ 257175 w 2314575"/>
              <a:gd name="csY9" fmla="*/ 523875 h 676275"/>
              <a:gd name="csX10" fmla="*/ 0 w 2314575"/>
              <a:gd name="csY10" fmla="*/ 342900 h 676275"/>
              <a:gd name="csX11" fmla="*/ 85725 w 2314575"/>
              <a:gd name="csY11" fmla="*/ 133350 h 676275"/>
              <a:gd name="csX12" fmla="*/ 266700 w 2314575"/>
              <a:gd name="csY12" fmla="*/ 19050 h 676275"/>
              <a:gd name="csX13" fmla="*/ 581025 w 2314575"/>
              <a:gd name="csY13" fmla="*/ 0 h 676275"/>
              <a:gd name="csX14" fmla="*/ 904875 w 2314575"/>
              <a:gd name="csY14" fmla="*/ 76200 h 676275"/>
              <a:gd name="csX15" fmla="*/ 1114425 w 2314575"/>
              <a:gd name="csY15" fmla="*/ 114300 h 676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14575" h="676275">
                <a:moveTo>
                  <a:pt x="1114425" y="114300"/>
                </a:moveTo>
                <a:lnTo>
                  <a:pt x="1552575" y="28575"/>
                </a:lnTo>
                <a:lnTo>
                  <a:pt x="2057400" y="123825"/>
                </a:lnTo>
                <a:lnTo>
                  <a:pt x="2314575" y="314325"/>
                </a:lnTo>
                <a:lnTo>
                  <a:pt x="2247900" y="476250"/>
                </a:lnTo>
                <a:lnTo>
                  <a:pt x="1924050" y="647700"/>
                </a:lnTo>
                <a:lnTo>
                  <a:pt x="1457325" y="676275"/>
                </a:lnTo>
                <a:lnTo>
                  <a:pt x="990600" y="571500"/>
                </a:lnTo>
                <a:lnTo>
                  <a:pt x="552450" y="504825"/>
                </a:lnTo>
                <a:lnTo>
                  <a:pt x="257175" y="523875"/>
                </a:lnTo>
                <a:lnTo>
                  <a:pt x="0" y="342900"/>
                </a:lnTo>
                <a:lnTo>
                  <a:pt x="85725" y="133350"/>
                </a:lnTo>
                <a:lnTo>
                  <a:pt x="266700" y="19050"/>
                </a:lnTo>
                <a:lnTo>
                  <a:pt x="581025" y="0"/>
                </a:lnTo>
                <a:lnTo>
                  <a:pt x="904875" y="76200"/>
                </a:lnTo>
                <a:lnTo>
                  <a:pt x="1114425" y="114300"/>
                </a:lnTo>
                <a:close/>
              </a:path>
            </a:pathLst>
          </a:custGeom>
          <a:solidFill>
            <a:srgbClr val="5A97AC">
              <a:alpha val="49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6" name="Grafik 75">
            <a:extLst>
              <a:ext uri="{FF2B5EF4-FFF2-40B4-BE49-F238E27FC236}">
                <a16:creationId xmlns:a16="http://schemas.microsoft.com/office/drawing/2014/main" id="{0B407CFF-BDC4-BE6B-2C7D-4C25C06D1AE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76" y="3477072"/>
            <a:ext cx="424681" cy="403038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24E79971-0DA3-AF61-DA5F-088828B6705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967" y="3242521"/>
            <a:ext cx="424681" cy="403038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9F25B386-395D-BB8A-0A57-1601DC5FDA8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910" y="3274991"/>
            <a:ext cx="424681" cy="403038"/>
          </a:xfrm>
          <a:prstGeom prst="rect">
            <a:avLst/>
          </a:prstGeom>
        </p:spPr>
      </p:pic>
      <p:pic>
        <p:nvPicPr>
          <p:cNvPr id="83" name="Grafik 82" descr="WLAN Silhouette">
            <a:extLst>
              <a:ext uri="{FF2B5EF4-FFF2-40B4-BE49-F238E27FC236}">
                <a16:creationId xmlns:a16="http://schemas.microsoft.com/office/drawing/2014/main" id="{C60C23AC-DDD8-E9B9-0E08-DADD98AF7891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6750617" y="3258550"/>
            <a:ext cx="514014" cy="514014"/>
          </a:xfrm>
          <a:prstGeom prst="rect">
            <a:avLst/>
          </a:prstGeom>
        </p:spPr>
      </p:pic>
      <p:pic>
        <p:nvPicPr>
          <p:cNvPr id="107" name="Grafik 106" descr="Hierarchie Silhouette">
            <a:extLst>
              <a:ext uri="{FF2B5EF4-FFF2-40B4-BE49-F238E27FC236}">
                <a16:creationId xmlns:a16="http://schemas.microsoft.com/office/drawing/2014/main" id="{DC4DD4FD-9E70-05DE-E400-59A9E7E8A5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8207" y="1201279"/>
            <a:ext cx="687145" cy="687145"/>
          </a:xfrm>
          <a:prstGeom prst="rect">
            <a:avLst/>
          </a:prstGeom>
        </p:spPr>
      </p:pic>
      <p:pic>
        <p:nvPicPr>
          <p:cNvPr id="109" name="Grafik 108" descr="Tabelle Silhouette">
            <a:extLst>
              <a:ext uri="{FF2B5EF4-FFF2-40B4-BE49-F238E27FC236}">
                <a16:creationId xmlns:a16="http://schemas.microsoft.com/office/drawing/2014/main" id="{B724F136-AE19-F339-2E2E-BA4A49D64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2773" y="1092690"/>
            <a:ext cx="914400" cy="914400"/>
          </a:xfrm>
          <a:prstGeom prst="rect">
            <a:avLst/>
          </a:prstGeom>
        </p:spPr>
      </p:pic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A3E4FF90-C575-5D1F-FC7F-80BA2A259F51}"/>
              </a:ext>
            </a:extLst>
          </p:cNvPr>
          <p:cNvGrpSpPr/>
          <p:nvPr/>
        </p:nvGrpSpPr>
        <p:grpSpPr>
          <a:xfrm>
            <a:off x="7080653" y="818340"/>
            <a:ext cx="878122" cy="129867"/>
            <a:chOff x="6977053" y="409704"/>
            <a:chExt cx="878122" cy="129867"/>
          </a:xfrm>
        </p:grpSpPr>
        <p:sp>
          <p:nvSpPr>
            <p:cNvPr id="113" name="Rechteck 112">
              <a:extLst>
                <a:ext uri="{FF2B5EF4-FFF2-40B4-BE49-F238E27FC236}">
                  <a16:creationId xmlns:a16="http://schemas.microsoft.com/office/drawing/2014/main" id="{2D5BACB4-8A84-C725-9B1E-20C5644B4D60}"/>
                </a:ext>
              </a:extLst>
            </p:cNvPr>
            <p:cNvSpPr/>
            <p:nvPr/>
          </p:nvSpPr>
          <p:spPr>
            <a:xfrm>
              <a:off x="7593506" y="409704"/>
              <a:ext cx="110765" cy="127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3AD87E7F-C022-36E6-75EA-0470A6634223}"/>
                </a:ext>
              </a:extLst>
            </p:cNvPr>
            <p:cNvSpPr/>
            <p:nvPr/>
          </p:nvSpPr>
          <p:spPr>
            <a:xfrm>
              <a:off x="7744410" y="412085"/>
              <a:ext cx="110765" cy="127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5" name="Rechteck 114">
              <a:extLst>
                <a:ext uri="{FF2B5EF4-FFF2-40B4-BE49-F238E27FC236}">
                  <a16:creationId xmlns:a16="http://schemas.microsoft.com/office/drawing/2014/main" id="{2AED92A9-92BC-051D-40AE-2914B5844DC3}"/>
                </a:ext>
              </a:extLst>
            </p:cNvPr>
            <p:cNvSpPr/>
            <p:nvPr/>
          </p:nvSpPr>
          <p:spPr>
            <a:xfrm>
              <a:off x="7442602" y="409704"/>
              <a:ext cx="110765" cy="127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7B40E263-2F31-D916-82B5-701D943F5D9C}"/>
                </a:ext>
              </a:extLst>
            </p:cNvPr>
            <p:cNvSpPr/>
            <p:nvPr/>
          </p:nvSpPr>
          <p:spPr>
            <a:xfrm>
              <a:off x="7287419" y="409977"/>
              <a:ext cx="110765" cy="127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B0BB161B-6C4A-8393-0E2D-800575AD08F1}"/>
                </a:ext>
              </a:extLst>
            </p:cNvPr>
            <p:cNvSpPr/>
            <p:nvPr/>
          </p:nvSpPr>
          <p:spPr>
            <a:xfrm>
              <a:off x="7132236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1059A118-40D7-52B2-1C06-3EED82558280}"/>
                </a:ext>
              </a:extLst>
            </p:cNvPr>
            <p:cNvSpPr/>
            <p:nvPr/>
          </p:nvSpPr>
          <p:spPr>
            <a:xfrm>
              <a:off x="6977053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AB987969-1859-DC46-98C6-5C9DA9C76226}"/>
              </a:ext>
            </a:extLst>
          </p:cNvPr>
          <p:cNvGrpSpPr/>
          <p:nvPr/>
        </p:nvGrpSpPr>
        <p:grpSpPr>
          <a:xfrm>
            <a:off x="7050290" y="2647135"/>
            <a:ext cx="878122" cy="129867"/>
            <a:chOff x="6977053" y="409704"/>
            <a:chExt cx="878122" cy="129867"/>
          </a:xfrm>
        </p:grpSpPr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CFAAAD76-E520-10ED-AC50-6E3EB9410A02}"/>
                </a:ext>
              </a:extLst>
            </p:cNvPr>
            <p:cNvSpPr/>
            <p:nvPr/>
          </p:nvSpPr>
          <p:spPr>
            <a:xfrm>
              <a:off x="7593506" y="409704"/>
              <a:ext cx="110765" cy="127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3" name="Rechteck 122">
              <a:extLst>
                <a:ext uri="{FF2B5EF4-FFF2-40B4-BE49-F238E27FC236}">
                  <a16:creationId xmlns:a16="http://schemas.microsoft.com/office/drawing/2014/main" id="{3DDA6189-D95E-426B-7855-D4471C04917B}"/>
                </a:ext>
              </a:extLst>
            </p:cNvPr>
            <p:cNvSpPr/>
            <p:nvPr/>
          </p:nvSpPr>
          <p:spPr>
            <a:xfrm>
              <a:off x="7744410" y="412085"/>
              <a:ext cx="110765" cy="127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4" name="Rechteck 123">
              <a:extLst>
                <a:ext uri="{FF2B5EF4-FFF2-40B4-BE49-F238E27FC236}">
                  <a16:creationId xmlns:a16="http://schemas.microsoft.com/office/drawing/2014/main" id="{67D7FC28-2770-F304-5A6E-BB665B4D3704}"/>
                </a:ext>
              </a:extLst>
            </p:cNvPr>
            <p:cNvSpPr/>
            <p:nvPr/>
          </p:nvSpPr>
          <p:spPr>
            <a:xfrm>
              <a:off x="7442602" y="409704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5" name="Rechteck 124">
              <a:extLst>
                <a:ext uri="{FF2B5EF4-FFF2-40B4-BE49-F238E27FC236}">
                  <a16:creationId xmlns:a16="http://schemas.microsoft.com/office/drawing/2014/main" id="{1E3E4205-0E07-F48B-24A3-ACABDBDDB788}"/>
                </a:ext>
              </a:extLst>
            </p:cNvPr>
            <p:cNvSpPr/>
            <p:nvPr/>
          </p:nvSpPr>
          <p:spPr>
            <a:xfrm>
              <a:off x="7287419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0C85EEA1-F4B3-FBD8-1C7D-EAD754EE38CE}"/>
                </a:ext>
              </a:extLst>
            </p:cNvPr>
            <p:cNvSpPr/>
            <p:nvPr/>
          </p:nvSpPr>
          <p:spPr>
            <a:xfrm>
              <a:off x="7132236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7" name="Rechteck 126">
              <a:extLst>
                <a:ext uri="{FF2B5EF4-FFF2-40B4-BE49-F238E27FC236}">
                  <a16:creationId xmlns:a16="http://schemas.microsoft.com/office/drawing/2014/main" id="{D075472A-95B2-AEAD-A8B0-B1AA2519C787}"/>
                </a:ext>
              </a:extLst>
            </p:cNvPr>
            <p:cNvSpPr/>
            <p:nvPr/>
          </p:nvSpPr>
          <p:spPr>
            <a:xfrm>
              <a:off x="6977053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7BD79E38-B06E-1089-AB27-6038F99C582D}"/>
              </a:ext>
            </a:extLst>
          </p:cNvPr>
          <p:cNvGrpSpPr/>
          <p:nvPr/>
        </p:nvGrpSpPr>
        <p:grpSpPr>
          <a:xfrm>
            <a:off x="7061165" y="4390400"/>
            <a:ext cx="878122" cy="129867"/>
            <a:chOff x="6977053" y="409704"/>
            <a:chExt cx="878122" cy="129867"/>
          </a:xfrm>
        </p:grpSpPr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B81627BC-C120-DCA2-94B9-2085A2F0E363}"/>
                </a:ext>
              </a:extLst>
            </p:cNvPr>
            <p:cNvSpPr/>
            <p:nvPr/>
          </p:nvSpPr>
          <p:spPr>
            <a:xfrm>
              <a:off x="7593506" y="409704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0" name="Rechteck 129">
              <a:extLst>
                <a:ext uri="{FF2B5EF4-FFF2-40B4-BE49-F238E27FC236}">
                  <a16:creationId xmlns:a16="http://schemas.microsoft.com/office/drawing/2014/main" id="{AD876096-B6EE-9B37-F36E-86504667C8ED}"/>
                </a:ext>
              </a:extLst>
            </p:cNvPr>
            <p:cNvSpPr/>
            <p:nvPr/>
          </p:nvSpPr>
          <p:spPr>
            <a:xfrm>
              <a:off x="7744410" y="412085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B6868C8C-D7D5-2433-A7CB-C6A405F36278}"/>
                </a:ext>
              </a:extLst>
            </p:cNvPr>
            <p:cNvSpPr/>
            <p:nvPr/>
          </p:nvSpPr>
          <p:spPr>
            <a:xfrm>
              <a:off x="7442602" y="409704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E2EC8F90-C73A-86AD-EC21-B37493C1AC00}"/>
                </a:ext>
              </a:extLst>
            </p:cNvPr>
            <p:cNvSpPr/>
            <p:nvPr/>
          </p:nvSpPr>
          <p:spPr>
            <a:xfrm>
              <a:off x="7287419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17DF2B54-FF75-1F3C-4CBB-2A4400E9EF81}"/>
                </a:ext>
              </a:extLst>
            </p:cNvPr>
            <p:cNvSpPr/>
            <p:nvPr/>
          </p:nvSpPr>
          <p:spPr>
            <a:xfrm>
              <a:off x="7132236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7BEE6598-7071-7B72-84E2-08091EF82E5D}"/>
                </a:ext>
              </a:extLst>
            </p:cNvPr>
            <p:cNvSpPr/>
            <p:nvPr/>
          </p:nvSpPr>
          <p:spPr>
            <a:xfrm>
              <a:off x="6977053" y="409977"/>
              <a:ext cx="110765" cy="1274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7" name="Textfeld 136">
            <a:extLst>
              <a:ext uri="{FF2B5EF4-FFF2-40B4-BE49-F238E27FC236}">
                <a16:creationId xmlns:a16="http://schemas.microsoft.com/office/drawing/2014/main" id="{629BA6CD-5FD2-7C90-07A8-C2D444626114}"/>
              </a:ext>
            </a:extLst>
          </p:cNvPr>
          <p:cNvSpPr txBox="1"/>
          <p:nvPr/>
        </p:nvSpPr>
        <p:spPr>
          <a:xfrm>
            <a:off x="4933344" y="1751687"/>
            <a:ext cx="1111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Allometry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30957F57-19E5-FEA0-86F3-83B57D163841}"/>
              </a:ext>
            </a:extLst>
          </p:cNvPr>
          <p:cNvSpPr txBox="1"/>
          <p:nvPr/>
        </p:nvSpPr>
        <p:spPr>
          <a:xfrm>
            <a:off x="6505909" y="1755608"/>
            <a:ext cx="1111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Phylogeny</a:t>
            </a:r>
          </a:p>
        </p:txBody>
      </p:sp>
      <p:pic>
        <p:nvPicPr>
          <p:cNvPr id="143" name="Grafik 142" descr="Regenwald Silhouette">
            <a:extLst>
              <a:ext uri="{FF2B5EF4-FFF2-40B4-BE49-F238E27FC236}">
                <a16:creationId xmlns:a16="http://schemas.microsoft.com/office/drawing/2014/main" id="{39E32A84-CC43-FA98-E8FE-84FA93CA5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3039" y="1201221"/>
            <a:ext cx="664372" cy="664372"/>
          </a:xfrm>
          <a:prstGeom prst="rect">
            <a:avLst/>
          </a:prstGeom>
        </p:spPr>
      </p:pic>
      <p:sp>
        <p:nvSpPr>
          <p:cNvPr id="146" name="Textfeld 145">
            <a:extLst>
              <a:ext uri="{FF2B5EF4-FFF2-40B4-BE49-F238E27FC236}">
                <a16:creationId xmlns:a16="http://schemas.microsoft.com/office/drawing/2014/main" id="{4E44E542-D9C9-E51C-96AE-5EA4A07211C4}"/>
              </a:ext>
            </a:extLst>
          </p:cNvPr>
          <p:cNvSpPr txBox="1"/>
          <p:nvPr/>
        </p:nvSpPr>
        <p:spPr>
          <a:xfrm>
            <a:off x="2689955" y="1749988"/>
            <a:ext cx="2041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Environmental structure &amp; constraints</a:t>
            </a:r>
          </a:p>
        </p:txBody>
      </p:sp>
    </p:spTree>
    <p:extLst>
      <p:ext uri="{BB962C8B-B14F-4D97-AF65-F5344CB8AC3E}">
        <p14:creationId xmlns:p14="http://schemas.microsoft.com/office/powerpoint/2010/main" val="358442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Breitbild</PresentationFormat>
  <Paragraphs>20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Sonja Kümmet</dc:creator>
  <cp:lastModifiedBy>Sonja Kümmet</cp:lastModifiedBy>
  <cp:revision>6</cp:revision>
  <dcterms:created xsi:type="dcterms:W3CDTF">2026-04-17T11:34:06Z</dcterms:created>
  <dcterms:modified xsi:type="dcterms:W3CDTF">2026-04-17T18:29:00Z</dcterms:modified>
</cp:coreProperties>
</file>