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62" r:id="rId2"/>
    <p:sldId id="265" r:id="rId3"/>
    <p:sldId id="264" r:id="rId4"/>
  </p:sldIdLst>
  <p:sldSz cx="12192000" cy="6858000"/>
  <p:notesSz cx="6858000" cy="9144000"/>
  <p:defaultTextStyle>
    <a:defPPr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3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9B192"/>
    <a:srgbClr val="E17F35"/>
    <a:srgbClr val="C86C3B"/>
    <a:srgbClr val="5E9CB2"/>
    <a:srgbClr val="A2CEE1"/>
    <a:srgbClr val="37763F"/>
    <a:srgbClr val="DAA520"/>
    <a:srgbClr val="FFFFFF"/>
    <a:srgbClr val="589C3F"/>
    <a:srgbClr val="004C3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99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300" y="96"/>
      </p:cViewPr>
      <p:guideLst>
        <p:guide orient="horz" pos="2183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7008335-AC09-4564-8C3F-6F9455F862BB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de-DE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5D97955-C8C6-4BC6-94C5-BF4E5EA5785C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098744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FCDCD4-37E2-0093-07D0-ECE96DF0F6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DDAEE831-0961-4782-F8CF-C1E270E8AB7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213673DD-BCE2-2C99-3C44-0CEB555E90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D9BE493-C942-EDD8-CC88-80579C07E0B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1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43546655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039CE3-BA6D-608F-8F1B-B25D615C4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42CD74E1-7546-F2B5-199C-F6124980E9F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E83DC630-E057-74E9-CA3A-93B50E7A6E4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C269F650-8F3B-EA84-548C-C3A31E86ECB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2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97430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AA8618-E110-8C2D-C788-8760F22C41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lienbildplatzhalter 1">
            <a:extLst>
              <a:ext uri="{FF2B5EF4-FFF2-40B4-BE49-F238E27FC236}">
                <a16:creationId xmlns:a16="http://schemas.microsoft.com/office/drawing/2014/main" id="{36EEC3F3-BDF1-6E84-F910-66C872213D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3" name="Notizenplatzhalter 2">
            <a:extLst>
              <a:ext uri="{FF2B5EF4-FFF2-40B4-BE49-F238E27FC236}">
                <a16:creationId xmlns:a16="http://schemas.microsoft.com/office/drawing/2014/main" id="{B9F2B87E-1823-89C5-6449-47DDDF1F838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de-DE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51F0D1B2-D6ED-FF21-40EC-D5C38211DB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5D97955-C8C6-4BC6-94C5-BF4E5EA5785C}" type="slidenum">
              <a:rPr lang="de-DE" smtClean="0"/>
              <a:t>3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0033665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08BA64E3-338C-647A-1EB3-F93D06F596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Untertitel 2">
            <a:extLst>
              <a:ext uri="{FF2B5EF4-FFF2-40B4-BE49-F238E27FC236}">
                <a16:creationId xmlns:a16="http://schemas.microsoft.com/office/drawing/2014/main" id="{94796DBF-78B0-6ADD-7085-4539DF7DC22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A579216C-5C7E-648B-A432-6AA5AADDF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7FE39D15-A825-A385-82EF-208A3ABE8A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B5D29C-0547-E726-A10C-6FFA47B450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6852125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96CCE80F-6736-ED90-7CA5-F1E1CE6B03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1F57E32C-7B91-7136-7F05-D109B921AB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274DF706-A912-559F-1827-222DAE5D1B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FFA2B769-111A-5847-306E-E6DEEACDF5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0CCAE5E0-AF78-E4BD-FFA0-2C4323DF0F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9899632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F7500C7-19DF-DDED-7B00-0D0C148819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6B42FB61-AD07-A0B5-F053-8D476D92BD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FBEF8F6-C664-EDAF-C810-779B90A303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DA52B98F-DFBD-ADA6-27A8-CE8FA9CC75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279E998-991E-96C5-6F89-3EF36E82C0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815113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AD524EF4-58D2-AF96-BAF9-2D229A9B90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9959DEDF-34D2-A9B6-F876-60E7B76A728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D3C9AA6-A861-4CF3-3631-29F202566B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BEB75F6E-4865-27D9-02A7-308E607B17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57AAFAFD-59AA-EFD0-5922-4633F0012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1412D581-117F-D5EC-E05D-4C667CBA11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74918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F28C5748-FBA5-A215-CFBD-7290DC8172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91F74550-FB68-F04B-1689-B125B9B00E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Inhaltsplatzhalter 3">
            <a:extLst>
              <a:ext uri="{FF2B5EF4-FFF2-40B4-BE49-F238E27FC236}">
                <a16:creationId xmlns:a16="http://schemas.microsoft.com/office/drawing/2014/main" id="{C5D0B0BC-30B9-F0A2-2429-C0018493E1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5" name="Textplatzhalter 4">
            <a:extLst>
              <a:ext uri="{FF2B5EF4-FFF2-40B4-BE49-F238E27FC236}">
                <a16:creationId xmlns:a16="http://schemas.microsoft.com/office/drawing/2014/main" id="{BCDDD412-BAA3-CEBD-A583-BFB302B6CF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Inhaltsplatzhalter 5">
            <a:extLst>
              <a:ext uri="{FF2B5EF4-FFF2-40B4-BE49-F238E27FC236}">
                <a16:creationId xmlns:a16="http://schemas.microsoft.com/office/drawing/2014/main" id="{18928755-1E6A-2EBA-40D9-06A53A16F51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C3186915-4969-C1F8-55F3-6AB00C1DC5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5EC1750F-4CD6-28BF-990F-64E12E854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BB09E9E4-48BF-3B4F-0726-C829C74556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7603736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8B2FD670-F3CD-74D4-D18F-47BD459679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Datumsplatzhalter 2">
            <a:extLst>
              <a:ext uri="{FF2B5EF4-FFF2-40B4-BE49-F238E27FC236}">
                <a16:creationId xmlns:a16="http://schemas.microsoft.com/office/drawing/2014/main" id="{4A51396F-157D-251F-C242-BB4B90D250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4" name="Fußzeilenplatzhalter 3">
            <a:extLst>
              <a:ext uri="{FF2B5EF4-FFF2-40B4-BE49-F238E27FC236}">
                <a16:creationId xmlns:a16="http://schemas.microsoft.com/office/drawing/2014/main" id="{9B4CC456-14FA-B447-6452-909D21CBE8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Foliennummernplatzhalter 4">
            <a:extLst>
              <a:ext uri="{FF2B5EF4-FFF2-40B4-BE49-F238E27FC236}">
                <a16:creationId xmlns:a16="http://schemas.microsoft.com/office/drawing/2014/main" id="{69A18B4D-717D-4552-6A1B-6C4F815F99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336277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72962F3F-B7B1-E775-C738-57579265D9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694C72F7-803C-B4F1-60EC-4FFD285A98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222109A1-2C06-6CB8-3F17-8A0D94E7B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3302872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60DE10F9-1A51-D9B9-9AEB-0B53435148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Inhaltsplatzhalter 2">
            <a:extLst>
              <a:ext uri="{FF2B5EF4-FFF2-40B4-BE49-F238E27FC236}">
                <a16:creationId xmlns:a16="http://schemas.microsoft.com/office/drawing/2014/main" id="{44F6C8F2-FC31-4A2E-E600-77815583ACB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D171BA4-B3EC-C5E9-0AC3-215321F88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DEE3ECE3-429E-2C24-4BE7-D059214D1E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9AA39266-BDB4-B179-B643-E6AB01472D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4D732C28-7FF9-F0E7-F5DB-7240CF39BB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75085179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4BD2EC31-9BCE-FD13-B4BE-321EE0A751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de-DE"/>
              <a:t>Mastertitelformat bearbeiten</a:t>
            </a:r>
          </a:p>
        </p:txBody>
      </p:sp>
      <p:sp>
        <p:nvSpPr>
          <p:cNvPr id="3" name="Bildplatzhalter 2">
            <a:extLst>
              <a:ext uri="{FF2B5EF4-FFF2-40B4-BE49-F238E27FC236}">
                <a16:creationId xmlns:a16="http://schemas.microsoft.com/office/drawing/2014/main" id="{F631FD0D-37CD-7B83-B341-072D60FDBF1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de-DE"/>
          </a:p>
        </p:txBody>
      </p:sp>
      <p:sp>
        <p:nvSpPr>
          <p:cNvPr id="4" name="Textplatzhalter 3">
            <a:extLst>
              <a:ext uri="{FF2B5EF4-FFF2-40B4-BE49-F238E27FC236}">
                <a16:creationId xmlns:a16="http://schemas.microsoft.com/office/drawing/2014/main" id="{DFDFAF64-7053-822F-5C92-C1429CDD448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umsplatzhalter 4">
            <a:extLst>
              <a:ext uri="{FF2B5EF4-FFF2-40B4-BE49-F238E27FC236}">
                <a16:creationId xmlns:a16="http://schemas.microsoft.com/office/drawing/2014/main" id="{11685492-72E2-9E16-5423-FE8744B1E0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6" name="Fußzeilenplatzhalter 5">
            <a:extLst>
              <a:ext uri="{FF2B5EF4-FFF2-40B4-BE49-F238E27FC236}">
                <a16:creationId xmlns:a16="http://schemas.microsoft.com/office/drawing/2014/main" id="{67E281B9-04DF-CF75-9D0D-6D45CFFD1A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Foliennummernplatzhalter 6">
            <a:extLst>
              <a:ext uri="{FF2B5EF4-FFF2-40B4-BE49-F238E27FC236}">
                <a16:creationId xmlns:a16="http://schemas.microsoft.com/office/drawing/2014/main" id="{85404F1C-48D8-822E-A1AC-1C94B9C9BC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8421521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>
            <a:extLst>
              <a:ext uri="{FF2B5EF4-FFF2-40B4-BE49-F238E27FC236}">
                <a16:creationId xmlns:a16="http://schemas.microsoft.com/office/drawing/2014/main" id="{5F0B68AD-AE5F-E95E-4281-6A9B03F83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33CB4426-0B67-712A-6A2D-5EF49282F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73791AA8-0D62-0F16-1255-61530D47EC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41F6F63B-190C-C09F-2F9A-90949442C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9838E467-BE88-6816-4356-6AF4396FE4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5552836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kaler Titel 1">
            <a:extLst>
              <a:ext uri="{FF2B5EF4-FFF2-40B4-BE49-F238E27FC236}">
                <a16:creationId xmlns:a16="http://schemas.microsoft.com/office/drawing/2014/main" id="{CAD9F127-CA49-3029-CB8A-49CE2C9C6DE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Vertikaler Textplatzhalter 2">
            <a:extLst>
              <a:ext uri="{FF2B5EF4-FFF2-40B4-BE49-F238E27FC236}">
                <a16:creationId xmlns:a16="http://schemas.microsoft.com/office/drawing/2014/main" id="{AECEFE97-8F61-D08C-49B1-DEE9AB3ED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84DF96E2-8CDF-9EA5-6C9E-9C6CEB5A81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1971D304-4717-8072-60FC-F7969A845F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4B1A7058-B04F-B52D-8F72-C0C3BD645F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482247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platzhalter 1">
            <a:extLst>
              <a:ext uri="{FF2B5EF4-FFF2-40B4-BE49-F238E27FC236}">
                <a16:creationId xmlns:a16="http://schemas.microsoft.com/office/drawing/2014/main" id="{6F018D0B-07CC-B5FA-8555-2BD667D3A2E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</a:p>
        </p:txBody>
      </p:sp>
      <p:sp>
        <p:nvSpPr>
          <p:cNvPr id="3" name="Textplatzhalter 2">
            <a:extLst>
              <a:ext uri="{FF2B5EF4-FFF2-40B4-BE49-F238E27FC236}">
                <a16:creationId xmlns:a16="http://schemas.microsoft.com/office/drawing/2014/main" id="{821985E6-5D5B-0F9F-F0D9-CCE17BBE890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</a:p>
        </p:txBody>
      </p: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CF7A64E3-519A-829A-F1A7-44008707FB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8E4C03-34E1-41F2-84F2-32AD38DD92B9}" type="datetimeFigureOut">
              <a:rPr lang="de-DE" smtClean="0"/>
              <a:t>09.04.2026</a:t>
            </a:fld>
            <a:endParaRPr lang="de-DE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9EC1FC4A-7A1A-8E9C-9EAE-4B0D67F98D8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63CB1A03-DFCB-F96B-E2C5-64268CD4EC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BCF2D7D-B84C-47DD-8E42-93A0AE483926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9270973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de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1.svg"/><Relationship Id="rId18" Type="http://schemas.openxmlformats.org/officeDocument/2006/relationships/image" Target="../media/image16.png"/><Relationship Id="rId26" Type="http://schemas.openxmlformats.org/officeDocument/2006/relationships/image" Target="../media/image24.png"/><Relationship Id="rId3" Type="http://schemas.openxmlformats.org/officeDocument/2006/relationships/image" Target="../media/image1.png"/><Relationship Id="rId21" Type="http://schemas.openxmlformats.org/officeDocument/2006/relationships/image" Target="../media/image19.svg"/><Relationship Id="rId7" Type="http://schemas.openxmlformats.org/officeDocument/2006/relationships/image" Target="../media/image5.sv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5" Type="http://schemas.openxmlformats.org/officeDocument/2006/relationships/image" Target="../media/image23.svg"/><Relationship Id="rId33" Type="http://schemas.openxmlformats.org/officeDocument/2006/relationships/image" Target="../media/image31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20" Type="http://schemas.openxmlformats.org/officeDocument/2006/relationships/image" Target="../media/image18.png"/><Relationship Id="rId29" Type="http://schemas.openxmlformats.org/officeDocument/2006/relationships/image" Target="../media/image27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24" Type="http://schemas.openxmlformats.org/officeDocument/2006/relationships/image" Target="../media/image22.png"/><Relationship Id="rId32" Type="http://schemas.openxmlformats.org/officeDocument/2006/relationships/image" Target="../media/image30.png"/><Relationship Id="rId5" Type="http://schemas.openxmlformats.org/officeDocument/2006/relationships/image" Target="../media/image3.svg"/><Relationship Id="rId15" Type="http://schemas.openxmlformats.org/officeDocument/2006/relationships/image" Target="../media/image13.svg"/><Relationship Id="rId23" Type="http://schemas.openxmlformats.org/officeDocument/2006/relationships/image" Target="../media/image21.svg"/><Relationship Id="rId28" Type="http://schemas.openxmlformats.org/officeDocument/2006/relationships/image" Target="../media/image26.png"/><Relationship Id="rId10" Type="http://schemas.openxmlformats.org/officeDocument/2006/relationships/image" Target="../media/image8.png"/><Relationship Id="rId19" Type="http://schemas.openxmlformats.org/officeDocument/2006/relationships/image" Target="../media/image17.svg"/><Relationship Id="rId31" Type="http://schemas.openxmlformats.org/officeDocument/2006/relationships/image" Target="../media/image29.sv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Relationship Id="rId22" Type="http://schemas.openxmlformats.org/officeDocument/2006/relationships/image" Target="../media/image20.png"/><Relationship Id="rId27" Type="http://schemas.openxmlformats.org/officeDocument/2006/relationships/image" Target="../media/image25.svg"/><Relationship Id="rId30" Type="http://schemas.openxmlformats.org/officeDocument/2006/relationships/image" Target="../media/image28.png"/><Relationship Id="rId8" Type="http://schemas.openxmlformats.org/officeDocument/2006/relationships/image" Target="../media/image6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2.pn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4.png"/><Relationship Id="rId4" Type="http://schemas.openxmlformats.org/officeDocument/2006/relationships/image" Target="../media/image36.png"/><Relationship Id="rId9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A3D04-B3E1-F396-3FCF-6024BD51FB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CF6190B-97E1-4929-AD0D-FF73FC3071B7}"/>
              </a:ext>
            </a:extLst>
          </p:cNvPr>
          <p:cNvGrpSpPr/>
          <p:nvPr/>
        </p:nvGrpSpPr>
        <p:grpSpPr>
          <a:xfrm>
            <a:off x="0" y="1"/>
            <a:ext cx="6096000" cy="5127436"/>
            <a:chOff x="1" y="1"/>
            <a:chExt cx="9337039" cy="6841590"/>
          </a:xfrm>
        </p:grpSpPr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92A1F95A-8EEB-F17E-3023-F2F2B6CB00AC}"/>
                </a:ext>
              </a:extLst>
            </p:cNvPr>
            <p:cNvGrpSpPr/>
            <p:nvPr/>
          </p:nvGrpSpPr>
          <p:grpSpPr>
            <a:xfrm>
              <a:off x="1" y="1"/>
              <a:ext cx="9337039" cy="6841590"/>
              <a:chOff x="1" y="160019"/>
              <a:chExt cx="9337039" cy="6841590"/>
            </a:xfrm>
          </p:grpSpPr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AD070B92-7BF0-6784-5463-1DEC0F85CF0C}"/>
                  </a:ext>
                </a:extLst>
              </p:cNvPr>
              <p:cNvSpPr/>
              <p:nvPr/>
            </p:nvSpPr>
            <p:spPr>
              <a:xfrm>
                <a:off x="1" y="160019"/>
                <a:ext cx="9337039" cy="684159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5400" cap="rnd">
                <a:solidFill>
                  <a:srgbClr val="004C3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9D6641E6-BAE2-1D3A-91BE-3A645B25ECE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157" y="3704967"/>
                <a:ext cx="0" cy="2623684"/>
              </a:xfrm>
              <a:prstGeom prst="straightConnector1">
                <a:avLst/>
              </a:prstGeom>
              <a:ln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CD9EE2EB-C0BC-5AD9-0DFD-1A510D2F5AC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57" y="6317942"/>
                <a:ext cx="8700726" cy="0"/>
              </a:xfrm>
              <a:prstGeom prst="straightConnector1">
                <a:avLst/>
              </a:prstGeom>
              <a:ln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54A34A3A-B0FE-59A9-BB4A-BC98920392CD}"/>
                  </a:ext>
                </a:extLst>
              </p:cNvPr>
              <p:cNvSpPr txBox="1"/>
              <p:nvPr/>
            </p:nvSpPr>
            <p:spPr>
              <a:xfrm rot="16200000">
                <a:off x="-1121804" y="3301108"/>
                <a:ext cx="3073126" cy="565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Mean Peak Frequency</a:t>
                </a:r>
              </a:p>
            </p:txBody>
          </p:sp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36A335B0-16D8-63DB-50EA-60DFE2DA5D84}"/>
                  </a:ext>
                </a:extLst>
              </p:cNvPr>
              <p:cNvSpPr/>
              <p:nvPr/>
            </p:nvSpPr>
            <p:spPr>
              <a:xfrm>
                <a:off x="826634" y="849965"/>
                <a:ext cx="8151445" cy="54733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0" name="Gerade Verbindung mit Pfeil 79">
                <a:extLst>
                  <a:ext uri="{FF2B5EF4-FFF2-40B4-BE49-F238E27FC236}">
                    <a16:creationId xmlns:a16="http://schemas.microsoft.com/office/drawing/2014/main" id="{3777F6EB-7798-D509-EA00-95609BEDB6B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1280260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 Verbindung mit Pfeil 81">
                <a:extLst>
                  <a:ext uri="{FF2B5EF4-FFF2-40B4-BE49-F238E27FC236}">
                    <a16:creationId xmlns:a16="http://schemas.microsoft.com/office/drawing/2014/main" id="{F55EB672-6715-39A5-B79F-63D01435933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1989428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 Verbindung mit Pfeil 82">
                <a:extLst>
                  <a:ext uri="{FF2B5EF4-FFF2-40B4-BE49-F238E27FC236}">
                    <a16:creationId xmlns:a16="http://schemas.microsoft.com/office/drawing/2014/main" id="{9E3E445E-1DFD-05CC-552A-AC55B58632A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2714852"/>
                <a:ext cx="8539248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050CB9CC-AEEB-E4CD-739A-3E2A49BDBF9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3429000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D087A248-0AF6-CC56-EF00-CE5D385109D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4156973"/>
                <a:ext cx="8539248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mit Pfeil 86">
                <a:extLst>
                  <a:ext uri="{FF2B5EF4-FFF2-40B4-BE49-F238E27FC236}">
                    <a16:creationId xmlns:a16="http://schemas.microsoft.com/office/drawing/2014/main" id="{BB6BF89D-F2FC-D9C4-8446-0338FF7C8D4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5586984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DFF0E3B9-EE30-AAFF-817D-0AD588E0948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4852884"/>
                <a:ext cx="8539248" cy="6644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F666B277-20FD-518D-196C-1454BE2C1357}"/>
                  </a:ext>
                </a:extLst>
              </p:cNvPr>
              <p:cNvSpPr txBox="1"/>
              <p:nvPr/>
            </p:nvSpPr>
            <p:spPr>
              <a:xfrm>
                <a:off x="825623" y="244218"/>
                <a:ext cx="6193306" cy="53387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000" b="1" dirty="0">
                    <a:solidFill>
                      <a:srgbClr val="004C3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Acoustic Adaptation Hypothesis (AAH)</a:t>
                </a:r>
              </a:p>
            </p:txBody>
          </p:sp>
          <p:cxnSp>
            <p:nvCxnSpPr>
              <p:cNvPr id="61" name="Gerade Verbindung mit Pfeil 60">
                <a:extLst>
                  <a:ext uri="{FF2B5EF4-FFF2-40B4-BE49-F238E27FC236}">
                    <a16:creationId xmlns:a16="http://schemas.microsoft.com/office/drawing/2014/main" id="{AA0526D4-580E-27A9-66D4-C246B15B5D9A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8972" y="751639"/>
                <a:ext cx="19667" cy="55989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Gerade Verbindung mit Pfeil 63">
                <a:extLst>
                  <a:ext uri="{FF2B5EF4-FFF2-40B4-BE49-F238E27FC236}">
                    <a16:creationId xmlns:a16="http://schemas.microsoft.com/office/drawing/2014/main" id="{637F1065-6F2C-B910-EF56-20090146300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3776" y="6334888"/>
                <a:ext cx="8270681" cy="41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83C9345C-A0FF-D450-F277-1EC8397CC8C4}"/>
                    </a:ext>
                  </a:extLst>
                </p:cNvPr>
                <p:cNvSpPr txBox="1"/>
                <p:nvPr/>
              </p:nvSpPr>
              <p:spPr>
                <a:xfrm>
                  <a:off x="8008635" y="4333854"/>
                  <a:ext cx="563551" cy="298414"/>
                </a:xfrm>
                <a:prstGeom prst="rect">
                  <a:avLst/>
                </a:prstGeom>
                <a:noFill/>
                <a:ln>
                  <a:noFill/>
                </a:ln>
              </p:spPr>
              <p:txBody>
                <a:bodyPr wrap="none" lIns="0" tIns="0" rIns="0" bIns="0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lang="de-DE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𝑓</m:t>
                            </m:r>
                          </m:e>
                          <m:sub>
                            <m:r>
                              <a:rPr lang="de-DE" b="0" i="1" smtClean="0">
                                <a:latin typeface="Cambria Math" panose="02040503050406030204" pitchFamily="18" charset="0"/>
                              </a:rPr>
                              <m:t>𝑝𝑒𝑎𝑘</m:t>
                            </m:r>
                          </m:sub>
                        </m:sSub>
                      </m:oMath>
                    </m:oMathPara>
                  </a14:m>
                  <a:endParaRPr lang="de-DE" i="1" dirty="0"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endParaRPr>
                </a:p>
              </p:txBody>
            </p:sp>
          </mc:Choice>
          <mc:Fallback xmlns="">
            <p:sp>
              <p:nvSpPr>
                <p:cNvPr id="27" name="Textfeld 26">
                  <a:extLst>
                    <a:ext uri="{FF2B5EF4-FFF2-40B4-BE49-F238E27FC236}">
                      <a16:creationId xmlns:a16="http://schemas.microsoft.com/office/drawing/2014/main" id="{83C9345C-A0FF-D450-F277-1EC8397CC8C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8008635" y="4333854"/>
                  <a:ext cx="563551" cy="298414"/>
                </a:xfrm>
                <a:prstGeom prst="rect">
                  <a:avLst/>
                </a:prstGeom>
                <a:blipFill>
                  <a:blip r:embed="rId3"/>
                  <a:stretch>
                    <a:fillRect l="-30000" r="-53333" b="-72222"/>
                  </a:stretch>
                </a:blipFill>
                <a:ln>
                  <a:noFill/>
                </a:ln>
              </p:spPr>
              <p:txBody>
                <a:bodyPr/>
                <a:lstStyle/>
                <a:p>
                  <a:r>
                    <a:rPr lang="de-DE">
                      <a:noFill/>
                    </a:rPr>
                    <a:t> </a:t>
                  </a:r>
                </a:p>
              </p:txBody>
            </p:sp>
          </mc:Fallback>
        </mc:AlternateContent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5AA637C6-413C-01A3-8E4D-BAABBB82C389}"/>
              </a:ext>
            </a:extLst>
          </p:cNvPr>
          <p:cNvGrpSpPr/>
          <p:nvPr/>
        </p:nvGrpSpPr>
        <p:grpSpPr>
          <a:xfrm>
            <a:off x="6096000" y="1"/>
            <a:ext cx="6096000" cy="5127436"/>
            <a:chOff x="0" y="160019"/>
            <a:chExt cx="9337040" cy="6841590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8C62A1A7-9601-B34C-4E33-A9BC858DA421}"/>
                </a:ext>
              </a:extLst>
            </p:cNvPr>
            <p:cNvSpPr/>
            <p:nvPr/>
          </p:nvSpPr>
          <p:spPr>
            <a:xfrm>
              <a:off x="0" y="160019"/>
              <a:ext cx="9337040" cy="68415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C284199F-C720-8EB6-DEA4-10F252D4A16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3D0355B7-50C0-3F7B-732A-3B4F8F7BB57E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5F745EE4-633E-45CF-B9D6-7445F1E26C6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3C024639-43BF-2519-3E00-AC71BEEB081C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449D8AF8-5A91-10F6-8799-60A1B80F6CF5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4E73DFCE-E52C-585E-4213-CE7925130FE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9DD18B2A-C4B1-7AA9-D362-73C3DF4B757F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F2178FE0-0E61-FF8B-D31B-0C95E890395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39DD0A6F-863B-0C2E-F34E-0B6298BBB34E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1151956A-1AE1-63CD-79E3-7715B8ABC010}"/>
                </a:ext>
              </a:extLst>
            </p:cNvPr>
            <p:cNvSpPr txBox="1"/>
            <p:nvPr/>
          </p:nvSpPr>
          <p:spPr>
            <a:xfrm>
              <a:off x="820952" y="244218"/>
              <a:ext cx="3611598" cy="540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P1 AAH</a:t>
              </a: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C5F61119-D16C-3510-CB33-8B5EA4073EF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752" y="740575"/>
              <a:ext cx="2881" cy="557260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374D6E33-54A2-5C68-3835-708805634028}"/>
                </a:ext>
              </a:extLst>
            </p:cNvPr>
            <p:cNvSpPr/>
            <p:nvPr/>
          </p:nvSpPr>
          <p:spPr>
            <a:xfrm>
              <a:off x="839421" y="872259"/>
              <a:ext cx="8128932" cy="541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B61D0C45-033D-2F42-2DE8-058145B46933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6" y="6305234"/>
              <a:ext cx="827556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08" name="Textfeld 107">
            <a:extLst>
              <a:ext uri="{FF2B5EF4-FFF2-40B4-BE49-F238E27FC236}">
                <a16:creationId xmlns:a16="http://schemas.microsoft.com/office/drawing/2014/main" id="{B0D8C1AE-1FA2-426C-91DD-92C3C3C5121A}"/>
              </a:ext>
            </a:extLst>
          </p:cNvPr>
          <p:cNvSpPr txBox="1"/>
          <p:nvPr/>
        </p:nvSpPr>
        <p:spPr>
          <a:xfrm>
            <a:off x="8254272" y="4780987"/>
            <a:ext cx="1973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 Gradient</a:t>
            </a: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5044EA08-BC02-B057-FC3F-DCDE8F2290B3}"/>
              </a:ext>
            </a:extLst>
          </p:cNvPr>
          <p:cNvSpPr txBox="1"/>
          <p:nvPr/>
        </p:nvSpPr>
        <p:spPr>
          <a:xfrm>
            <a:off x="6320418" y="4611495"/>
            <a:ext cx="110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71E30998-025E-6305-71F3-30CC94ED8016}"/>
              </a:ext>
            </a:extLst>
          </p:cNvPr>
          <p:cNvSpPr txBox="1"/>
          <p:nvPr/>
        </p:nvSpPr>
        <p:spPr>
          <a:xfrm>
            <a:off x="8568512" y="4600556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Regeneration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66F5726A-12EA-4025-E0CD-C53B24DA35F5}"/>
              </a:ext>
            </a:extLst>
          </p:cNvPr>
          <p:cNvSpPr txBox="1"/>
          <p:nvPr/>
        </p:nvSpPr>
        <p:spPr>
          <a:xfrm>
            <a:off x="10981511" y="4611495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Old-growth</a:t>
            </a:r>
          </a:p>
        </p:txBody>
      </p:sp>
      <p:grpSp>
        <p:nvGrpSpPr>
          <p:cNvPr id="254" name="Gruppieren 253">
            <a:extLst>
              <a:ext uri="{FF2B5EF4-FFF2-40B4-BE49-F238E27FC236}">
                <a16:creationId xmlns:a16="http://schemas.microsoft.com/office/drawing/2014/main" id="{0B7BDA81-3289-BA8D-6C35-38CB0DA6975C}"/>
              </a:ext>
            </a:extLst>
          </p:cNvPr>
          <p:cNvGrpSpPr/>
          <p:nvPr/>
        </p:nvGrpSpPr>
        <p:grpSpPr>
          <a:xfrm>
            <a:off x="6536398" y="844697"/>
            <a:ext cx="5322318" cy="3225541"/>
            <a:chOff x="6639319" y="843982"/>
            <a:chExt cx="5322318" cy="3225541"/>
          </a:xfrm>
        </p:grpSpPr>
        <p:cxnSp>
          <p:nvCxnSpPr>
            <p:cNvPr id="199" name="Gerade Verbindung mit Pfeil 198">
              <a:extLst>
                <a:ext uri="{FF2B5EF4-FFF2-40B4-BE49-F238E27FC236}">
                  <a16:creationId xmlns:a16="http://schemas.microsoft.com/office/drawing/2014/main" id="{4D1EB135-57AD-01D4-EB2A-4B7B2BA90060}"/>
                </a:ext>
              </a:extLst>
            </p:cNvPr>
            <p:cNvCxnSpPr>
              <a:cxnSpLocks/>
            </p:cNvCxnSpPr>
            <p:nvPr/>
          </p:nvCxnSpPr>
          <p:spPr>
            <a:xfrm>
              <a:off x="6644044" y="84398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3B61BFAA-A835-874C-6B29-4323EA901C4B}"/>
                </a:ext>
              </a:extLst>
            </p:cNvPr>
            <p:cNvCxnSpPr>
              <a:cxnSpLocks/>
            </p:cNvCxnSpPr>
            <p:nvPr/>
          </p:nvCxnSpPr>
          <p:spPr>
            <a:xfrm>
              <a:off x="6646602" y="137105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493A645A-94AD-D3C8-6DBE-6DE44B905BED}"/>
                </a:ext>
              </a:extLst>
            </p:cNvPr>
            <p:cNvCxnSpPr>
              <a:cxnSpLocks/>
            </p:cNvCxnSpPr>
            <p:nvPr/>
          </p:nvCxnSpPr>
          <p:spPr>
            <a:xfrm>
              <a:off x="6639319" y="1875811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C620F5F5-2C7D-6BC4-1A9F-A27F6F870DB7}"/>
                </a:ext>
              </a:extLst>
            </p:cNvPr>
            <p:cNvCxnSpPr>
              <a:cxnSpLocks/>
            </p:cNvCxnSpPr>
            <p:nvPr/>
          </p:nvCxnSpPr>
          <p:spPr>
            <a:xfrm>
              <a:off x="6643176" y="244994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 Verbindung mit Pfeil 220">
              <a:extLst>
                <a:ext uri="{FF2B5EF4-FFF2-40B4-BE49-F238E27FC236}">
                  <a16:creationId xmlns:a16="http://schemas.microsoft.com/office/drawing/2014/main" id="{53CCC4B7-4ECA-F6E5-2B67-2233CBCBCE9E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2985997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Gerade Verbindung mit Pfeil 236">
              <a:extLst>
                <a:ext uri="{FF2B5EF4-FFF2-40B4-BE49-F238E27FC236}">
                  <a16:creationId xmlns:a16="http://schemas.microsoft.com/office/drawing/2014/main" id="{BE7CD2F2-7872-5265-5F72-96EF570C0C6C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35234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Gerade Verbindung mit Pfeil 237">
              <a:extLst>
                <a:ext uri="{FF2B5EF4-FFF2-40B4-BE49-F238E27FC236}">
                  <a16:creationId xmlns:a16="http://schemas.microsoft.com/office/drawing/2014/main" id="{6A33F1A0-A1BD-8732-FB14-9A2DEFCDAB3F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40695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67" name="Textfeld 266">
            <a:extLst>
              <a:ext uri="{FF2B5EF4-FFF2-40B4-BE49-F238E27FC236}">
                <a16:creationId xmlns:a16="http://schemas.microsoft.com/office/drawing/2014/main" id="{4EC8605B-4051-0244-6464-E20E697620AC}"/>
              </a:ext>
            </a:extLst>
          </p:cNvPr>
          <p:cNvSpPr txBox="1"/>
          <p:nvPr/>
        </p:nvSpPr>
        <p:spPr>
          <a:xfrm rot="16200000">
            <a:off x="5215210" y="2381407"/>
            <a:ext cx="2303157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Mean Peak Frequency</a:t>
            </a:r>
          </a:p>
        </p:txBody>
      </p:sp>
      <p:pic>
        <p:nvPicPr>
          <p:cNvPr id="274" name="Grafik 273">
            <a:extLst>
              <a:ext uri="{FF2B5EF4-FFF2-40B4-BE49-F238E27FC236}">
                <a16:creationId xmlns:a16="http://schemas.microsoft.com/office/drawing/2014/main" id="{B326553F-5F28-34B1-6F34-2B82DD6155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054332" y="2022580"/>
            <a:ext cx="1972355" cy="2605182"/>
          </a:xfrm>
          <a:prstGeom prst="rect">
            <a:avLst/>
          </a:prstGeom>
        </p:spPr>
      </p:pic>
      <p:pic>
        <p:nvPicPr>
          <p:cNvPr id="276" name="Grafik 275">
            <a:extLst>
              <a:ext uri="{FF2B5EF4-FFF2-40B4-BE49-F238E27FC236}">
                <a16:creationId xmlns:a16="http://schemas.microsoft.com/office/drawing/2014/main" id="{3966D757-B475-840B-D96B-B8A6A9972FFF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3266658" y="2495318"/>
            <a:ext cx="1957126" cy="2134812"/>
          </a:xfrm>
          <a:prstGeom prst="rect">
            <a:avLst/>
          </a:prstGeom>
        </p:spPr>
      </p:pic>
      <p:pic>
        <p:nvPicPr>
          <p:cNvPr id="278" name="Grafik 277">
            <a:extLst>
              <a:ext uri="{FF2B5EF4-FFF2-40B4-BE49-F238E27FC236}">
                <a16:creationId xmlns:a16="http://schemas.microsoft.com/office/drawing/2014/main" id="{4E4BF94E-A940-CAB0-A5D6-75DDADF72555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905193" y="3700832"/>
            <a:ext cx="984345" cy="930303"/>
          </a:xfrm>
          <a:prstGeom prst="rect">
            <a:avLst/>
          </a:prstGeom>
        </p:spPr>
      </p:pic>
      <p:pic>
        <p:nvPicPr>
          <p:cNvPr id="280" name="Grafik 279">
            <a:extLst>
              <a:ext uri="{FF2B5EF4-FFF2-40B4-BE49-F238E27FC236}">
                <a16:creationId xmlns:a16="http://schemas.microsoft.com/office/drawing/2014/main" id="{8DB5C2D9-1BE0-F9F2-7EAF-E1A7568A4E38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459839" y="3235514"/>
            <a:ext cx="1173652" cy="1399525"/>
          </a:xfrm>
          <a:prstGeom prst="rect">
            <a:avLst/>
          </a:prstGeom>
        </p:spPr>
      </p:pic>
      <p:pic>
        <p:nvPicPr>
          <p:cNvPr id="282" name="Grafik 281">
            <a:extLst>
              <a:ext uri="{FF2B5EF4-FFF2-40B4-BE49-F238E27FC236}">
                <a16:creationId xmlns:a16="http://schemas.microsoft.com/office/drawing/2014/main" id="{32EEC9D0-F7AC-BC4F-986B-F1D33715A501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70363" y="4327454"/>
            <a:ext cx="2036565" cy="293031"/>
          </a:xfrm>
          <a:prstGeom prst="rect">
            <a:avLst/>
          </a:prstGeom>
        </p:spPr>
      </p:pic>
      <p:pic>
        <p:nvPicPr>
          <p:cNvPr id="284" name="Grafik 283">
            <a:extLst>
              <a:ext uri="{FF2B5EF4-FFF2-40B4-BE49-F238E27FC236}">
                <a16:creationId xmlns:a16="http://schemas.microsoft.com/office/drawing/2014/main" id="{E0CFCC99-9148-F475-FB2F-4380FB9D6FEC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4668765" y="2656766"/>
            <a:ext cx="1386640" cy="1978273"/>
          </a:xfrm>
          <a:prstGeom prst="rect">
            <a:avLst/>
          </a:prstGeom>
        </p:spPr>
      </p:pic>
      <p:pic>
        <p:nvPicPr>
          <p:cNvPr id="286" name="Grafik 285">
            <a:extLst>
              <a:ext uri="{FF2B5EF4-FFF2-40B4-BE49-F238E27FC236}">
                <a16:creationId xmlns:a16="http://schemas.microsoft.com/office/drawing/2014/main" id="{DDD53908-141A-2EB0-7F56-D264CF900DAD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7140170" y="3735329"/>
            <a:ext cx="913044" cy="861240"/>
          </a:xfrm>
          <a:prstGeom prst="rect">
            <a:avLst/>
          </a:prstGeom>
        </p:spPr>
      </p:pic>
      <p:pic>
        <p:nvPicPr>
          <p:cNvPr id="288" name="Grafik 287">
            <a:extLst>
              <a:ext uri="{FF2B5EF4-FFF2-40B4-BE49-F238E27FC236}">
                <a16:creationId xmlns:a16="http://schemas.microsoft.com/office/drawing/2014/main" id="{9CB0EC51-32FF-B872-A92A-D3897928FEF4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6771009" y="4222361"/>
            <a:ext cx="619413" cy="372258"/>
          </a:xfrm>
          <a:prstGeom prst="rect">
            <a:avLst/>
          </a:prstGeom>
        </p:spPr>
      </p:pic>
      <p:pic>
        <p:nvPicPr>
          <p:cNvPr id="290" name="Grafik 289">
            <a:extLst>
              <a:ext uri="{FF2B5EF4-FFF2-40B4-BE49-F238E27FC236}">
                <a16:creationId xmlns:a16="http://schemas.microsoft.com/office/drawing/2014/main" id="{C53478FF-3386-5421-F5D8-9DD5651A2F3A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8200642" y="3419412"/>
            <a:ext cx="997130" cy="1189030"/>
          </a:xfrm>
          <a:prstGeom prst="rect">
            <a:avLst/>
          </a:prstGeom>
        </p:spPr>
      </p:pic>
      <p:pic>
        <p:nvPicPr>
          <p:cNvPr id="291" name="Grafik 290">
            <a:extLst>
              <a:ext uri="{FF2B5EF4-FFF2-40B4-BE49-F238E27FC236}">
                <a16:creationId xmlns:a16="http://schemas.microsoft.com/office/drawing/2014/main" id="{0279BA32-472E-096B-8468-6AD3D5CB4E26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454711" y="3735737"/>
            <a:ext cx="913044" cy="861240"/>
          </a:xfrm>
          <a:prstGeom prst="rect">
            <a:avLst/>
          </a:prstGeom>
        </p:spPr>
      </p:pic>
      <p:pic>
        <p:nvPicPr>
          <p:cNvPr id="293" name="Grafik 292">
            <a:extLst>
              <a:ext uri="{FF2B5EF4-FFF2-40B4-BE49-F238E27FC236}">
                <a16:creationId xmlns:a16="http://schemas.microsoft.com/office/drawing/2014/main" id="{8C1BB01C-2835-B236-5866-F7AE999B063A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8822775" y="3134259"/>
            <a:ext cx="1032618" cy="1480193"/>
          </a:xfrm>
          <a:prstGeom prst="rect">
            <a:avLst/>
          </a:prstGeom>
        </p:spPr>
      </p:pic>
      <p:pic>
        <p:nvPicPr>
          <p:cNvPr id="297" name="Grafik 296">
            <a:extLst>
              <a:ext uri="{FF2B5EF4-FFF2-40B4-BE49-F238E27FC236}">
                <a16:creationId xmlns:a16="http://schemas.microsoft.com/office/drawing/2014/main" id="{50AB9FC8-144F-48C9-7C3A-1366F0B69941}"/>
              </a:ext>
            </a:extLst>
          </p:cNvPr>
          <p:cNvPicPr>
            <a:picLocks noChangeAspect="1"/>
          </p:cNvPicPr>
          <p:nvPr/>
        </p:nvPicPr>
        <p:blipFill>
          <a:blip r:embed="rId24">
            <a:extLst>
              <a:ext uri="{96DAC541-7B7A-43D3-8B79-37D633B846F1}">
                <asvg:svgBlip xmlns:asvg="http://schemas.microsoft.com/office/drawing/2016/SVG/main" r:embed="rId25"/>
              </a:ext>
            </a:extLst>
          </a:blip>
          <a:stretch>
            <a:fillRect/>
          </a:stretch>
        </p:blipFill>
        <p:spPr>
          <a:xfrm>
            <a:off x="2754234" y="3782016"/>
            <a:ext cx="1198090" cy="838663"/>
          </a:xfrm>
          <a:prstGeom prst="rect">
            <a:avLst/>
          </a:prstGeom>
        </p:spPr>
      </p:pic>
      <p:pic>
        <p:nvPicPr>
          <p:cNvPr id="300" name="Grafik 299">
            <a:extLst>
              <a:ext uri="{FF2B5EF4-FFF2-40B4-BE49-F238E27FC236}">
                <a16:creationId xmlns:a16="http://schemas.microsoft.com/office/drawing/2014/main" id="{9C8F5C9F-17ED-CB13-6AF9-7862E9F849CD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710496" y="2862275"/>
            <a:ext cx="1218576" cy="1738502"/>
          </a:xfrm>
          <a:prstGeom prst="rect">
            <a:avLst/>
          </a:prstGeom>
        </p:spPr>
      </p:pic>
      <p:pic>
        <p:nvPicPr>
          <p:cNvPr id="302" name="Grafik 301">
            <a:extLst>
              <a:ext uri="{FF2B5EF4-FFF2-40B4-BE49-F238E27FC236}">
                <a16:creationId xmlns:a16="http://schemas.microsoft.com/office/drawing/2014/main" id="{D43D1E45-BC11-7546-7E7B-829C3C4BE948}"/>
              </a:ext>
            </a:extLst>
          </p:cNvPr>
          <p:cNvPicPr>
            <a:picLocks noChangeAspect="1"/>
          </p:cNvPicPr>
          <p:nvPr/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190463" y="3735736"/>
            <a:ext cx="904083" cy="854447"/>
          </a:xfrm>
          <a:prstGeom prst="rect">
            <a:avLst/>
          </a:prstGeom>
        </p:spPr>
      </p:pic>
      <p:pic>
        <p:nvPicPr>
          <p:cNvPr id="304" name="Grafik 303">
            <a:extLst>
              <a:ext uri="{FF2B5EF4-FFF2-40B4-BE49-F238E27FC236}">
                <a16:creationId xmlns:a16="http://schemas.microsoft.com/office/drawing/2014/main" id="{B3BC4A79-EE1A-1AEF-D44D-46CCDD8EFC6B}"/>
              </a:ext>
            </a:extLst>
          </p:cNvPr>
          <p:cNvPicPr>
            <a:picLocks noChangeAspect="1"/>
          </p:cNvPicPr>
          <p:nvPr/>
        </p:nvPicPr>
        <p:blipFill>
          <a:blip r:embed="rId28">
            <a:extLst>
              <a:ext uri="{96DAC541-7B7A-43D3-8B79-37D633B846F1}">
                <asvg:svgBlip xmlns:asvg="http://schemas.microsoft.com/office/drawing/2016/SVG/main" r:embed="rId29"/>
              </a:ext>
            </a:extLst>
          </a:blip>
          <a:stretch>
            <a:fillRect/>
          </a:stretch>
        </p:blipFill>
        <p:spPr>
          <a:xfrm>
            <a:off x="11149457" y="4108090"/>
            <a:ext cx="723948" cy="482632"/>
          </a:xfrm>
          <a:prstGeom prst="rect">
            <a:avLst/>
          </a:prstGeom>
        </p:spPr>
      </p:pic>
      <p:cxnSp>
        <p:nvCxnSpPr>
          <p:cNvPr id="269" name="Gerader Verbinder 268">
            <a:extLst>
              <a:ext uri="{FF2B5EF4-FFF2-40B4-BE49-F238E27FC236}">
                <a16:creationId xmlns:a16="http://schemas.microsoft.com/office/drawing/2014/main" id="{DF75976F-1631-1076-C1AB-802841377CFB}"/>
              </a:ext>
            </a:extLst>
          </p:cNvPr>
          <p:cNvCxnSpPr>
            <a:cxnSpLocks/>
          </p:cNvCxnSpPr>
          <p:nvPr/>
        </p:nvCxnSpPr>
        <p:spPr>
          <a:xfrm>
            <a:off x="521116" y="1918083"/>
            <a:ext cx="5303080" cy="1993488"/>
          </a:xfrm>
          <a:prstGeom prst="line">
            <a:avLst/>
          </a:prstGeom>
          <a:ln w="254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8" name="Rechteck 267">
            <a:extLst>
              <a:ext uri="{FF2B5EF4-FFF2-40B4-BE49-F238E27FC236}">
                <a16:creationId xmlns:a16="http://schemas.microsoft.com/office/drawing/2014/main" id="{339A269E-7B22-6610-2F20-00868AD0F891}"/>
              </a:ext>
            </a:extLst>
          </p:cNvPr>
          <p:cNvSpPr/>
          <p:nvPr/>
        </p:nvSpPr>
        <p:spPr>
          <a:xfrm rot="1233325" flipV="1">
            <a:off x="369822" y="2880756"/>
            <a:ext cx="5705140" cy="101982"/>
          </a:xfrm>
          <a:prstGeom prst="rect">
            <a:avLst/>
          </a:prstGeom>
          <a:solidFill>
            <a:srgbClr val="DAA520">
              <a:alpha val="45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305" name="Rechteck 304">
            <a:extLst>
              <a:ext uri="{FF2B5EF4-FFF2-40B4-BE49-F238E27FC236}">
                <a16:creationId xmlns:a16="http://schemas.microsoft.com/office/drawing/2014/main" id="{6F7F7977-02C2-3A2B-02E1-4E87BE58EA14}"/>
              </a:ext>
            </a:extLst>
          </p:cNvPr>
          <p:cNvSpPr/>
          <p:nvPr/>
        </p:nvSpPr>
        <p:spPr>
          <a:xfrm rot="1233325" flipV="1">
            <a:off x="6476385" y="2880757"/>
            <a:ext cx="5705140" cy="101982"/>
          </a:xfrm>
          <a:prstGeom prst="rect">
            <a:avLst/>
          </a:prstGeom>
          <a:solidFill>
            <a:srgbClr val="DAA520">
              <a:alpha val="45000"/>
            </a:srgbClr>
          </a:solidFill>
          <a:ln>
            <a:noFill/>
          </a:ln>
          <a:effectLst>
            <a:softEdge rad="381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pic>
        <p:nvPicPr>
          <p:cNvPr id="310" name="Grafik 309">
            <a:extLst>
              <a:ext uri="{FF2B5EF4-FFF2-40B4-BE49-F238E27FC236}">
                <a16:creationId xmlns:a16="http://schemas.microsoft.com/office/drawing/2014/main" id="{79F0516A-6E66-FB6A-22F8-E1B9E8FE5D1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10807810" y="1389433"/>
            <a:ext cx="1106267" cy="3213268"/>
          </a:xfrm>
          <a:prstGeom prst="rect">
            <a:avLst/>
          </a:prstGeom>
        </p:spPr>
      </p:pic>
      <p:sp>
        <p:nvSpPr>
          <p:cNvPr id="308" name="Textfeld 307">
            <a:extLst>
              <a:ext uri="{FF2B5EF4-FFF2-40B4-BE49-F238E27FC236}">
                <a16:creationId xmlns:a16="http://schemas.microsoft.com/office/drawing/2014/main" id="{FA175989-89E1-2256-6F29-5E40AA0386B9}"/>
              </a:ext>
            </a:extLst>
          </p:cNvPr>
          <p:cNvSpPr txBox="1"/>
          <p:nvPr/>
        </p:nvSpPr>
        <p:spPr>
          <a:xfrm>
            <a:off x="1641201" y="4683087"/>
            <a:ext cx="30275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H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abitat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tructural </a:t>
            </a:r>
            <a:r>
              <a:rPr lang="en-GB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</a:t>
            </a:r>
            <a:r>
              <a:rPr lang="en-GB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omplexity</a:t>
            </a:r>
            <a:endParaRPr lang="de-DE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pic>
        <p:nvPicPr>
          <p:cNvPr id="311" name="Grafik 310">
            <a:extLst>
              <a:ext uri="{FF2B5EF4-FFF2-40B4-BE49-F238E27FC236}">
                <a16:creationId xmlns:a16="http://schemas.microsoft.com/office/drawing/2014/main" id="{E0839532-F3D5-844C-4AFC-B472DBF6FDF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609579" y="2022322"/>
            <a:ext cx="2373432" cy="2588915"/>
          </a:xfrm>
          <a:prstGeom prst="rect">
            <a:avLst/>
          </a:prstGeom>
        </p:spPr>
      </p:pic>
      <p:pic>
        <p:nvPicPr>
          <p:cNvPr id="312" name="Grafik 311">
            <a:extLst>
              <a:ext uri="{FF2B5EF4-FFF2-40B4-BE49-F238E27FC236}">
                <a16:creationId xmlns:a16="http://schemas.microsoft.com/office/drawing/2014/main" id="{3C771A7A-4611-64B2-364E-A0947BCBF1CA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9709402" y="2884176"/>
            <a:ext cx="1218576" cy="1738502"/>
          </a:xfrm>
          <a:prstGeom prst="rect">
            <a:avLst/>
          </a:prstGeom>
        </p:spPr>
      </p:pic>
      <p:cxnSp>
        <p:nvCxnSpPr>
          <p:cNvPr id="306" name="Gerader Verbinder 305">
            <a:extLst>
              <a:ext uri="{FF2B5EF4-FFF2-40B4-BE49-F238E27FC236}">
                <a16:creationId xmlns:a16="http://schemas.microsoft.com/office/drawing/2014/main" id="{7FA95C01-F250-290A-3527-72E3E236F381}"/>
              </a:ext>
            </a:extLst>
          </p:cNvPr>
          <p:cNvCxnSpPr>
            <a:cxnSpLocks/>
          </p:cNvCxnSpPr>
          <p:nvPr/>
        </p:nvCxnSpPr>
        <p:spPr>
          <a:xfrm>
            <a:off x="6636166" y="1908436"/>
            <a:ext cx="5303080" cy="1993488"/>
          </a:xfrm>
          <a:prstGeom prst="line">
            <a:avLst/>
          </a:prstGeom>
          <a:ln w="25400">
            <a:solidFill>
              <a:srgbClr val="DAA5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14" name="Grafik 313">
            <a:extLst>
              <a:ext uri="{FF2B5EF4-FFF2-40B4-BE49-F238E27FC236}">
                <a16:creationId xmlns:a16="http://schemas.microsoft.com/office/drawing/2014/main" id="{4206BAE9-C65B-51A9-7945-F49DFC70915F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8173508" y="4270911"/>
            <a:ext cx="481061" cy="3207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5862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43D7D80-777B-1F00-81AD-1B570CD08B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uppieren 3">
            <a:extLst>
              <a:ext uri="{FF2B5EF4-FFF2-40B4-BE49-F238E27FC236}">
                <a16:creationId xmlns:a16="http://schemas.microsoft.com/office/drawing/2014/main" id="{F7D40E7D-FB5C-C5A5-B7F2-9931C49D2C9A}"/>
              </a:ext>
            </a:extLst>
          </p:cNvPr>
          <p:cNvGrpSpPr/>
          <p:nvPr/>
        </p:nvGrpSpPr>
        <p:grpSpPr>
          <a:xfrm>
            <a:off x="0" y="1"/>
            <a:ext cx="6096000" cy="5127436"/>
            <a:chOff x="1" y="1"/>
            <a:chExt cx="9337039" cy="6841590"/>
          </a:xfrm>
        </p:grpSpPr>
        <p:grpSp>
          <p:nvGrpSpPr>
            <p:cNvPr id="94" name="Gruppieren 93">
              <a:extLst>
                <a:ext uri="{FF2B5EF4-FFF2-40B4-BE49-F238E27FC236}">
                  <a16:creationId xmlns:a16="http://schemas.microsoft.com/office/drawing/2014/main" id="{8F35868E-C906-ED40-5244-E3E829C3ECB0}"/>
                </a:ext>
              </a:extLst>
            </p:cNvPr>
            <p:cNvGrpSpPr/>
            <p:nvPr/>
          </p:nvGrpSpPr>
          <p:grpSpPr>
            <a:xfrm>
              <a:off x="1" y="1"/>
              <a:ext cx="9337039" cy="6841590"/>
              <a:chOff x="1" y="160019"/>
              <a:chExt cx="9337039" cy="6841590"/>
            </a:xfrm>
          </p:grpSpPr>
          <p:sp>
            <p:nvSpPr>
              <p:cNvPr id="75" name="Rechteck 74">
                <a:extLst>
                  <a:ext uri="{FF2B5EF4-FFF2-40B4-BE49-F238E27FC236}">
                    <a16:creationId xmlns:a16="http://schemas.microsoft.com/office/drawing/2014/main" id="{6136333A-471D-4462-4073-D33449A8DE05}"/>
                  </a:ext>
                </a:extLst>
              </p:cNvPr>
              <p:cNvSpPr/>
              <p:nvPr/>
            </p:nvSpPr>
            <p:spPr>
              <a:xfrm>
                <a:off x="1" y="160019"/>
                <a:ext cx="9337039" cy="6841590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 w="25400" cap="rnd">
                <a:solidFill>
                  <a:srgbClr val="004C3F"/>
                </a:solidFill>
                <a:round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dirty="0"/>
              </a:p>
            </p:txBody>
          </p:sp>
          <p:cxnSp>
            <p:nvCxnSpPr>
              <p:cNvPr id="23" name="Gerade Verbindung mit Pfeil 22">
                <a:extLst>
                  <a:ext uri="{FF2B5EF4-FFF2-40B4-BE49-F238E27FC236}">
                    <a16:creationId xmlns:a16="http://schemas.microsoft.com/office/drawing/2014/main" id="{BF0945AE-1CD5-4901-93B4-B64715F0EBAD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318157" y="3704967"/>
                <a:ext cx="0" cy="2623684"/>
              </a:xfrm>
              <a:prstGeom prst="straightConnector1">
                <a:avLst/>
              </a:prstGeom>
              <a:ln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Gerade Verbindung mit Pfeil 23">
                <a:extLst>
                  <a:ext uri="{FF2B5EF4-FFF2-40B4-BE49-F238E27FC236}">
                    <a16:creationId xmlns:a16="http://schemas.microsoft.com/office/drawing/2014/main" id="{BAA3F701-EE92-67B1-FB5B-F3A1369842F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18157" y="6317942"/>
                <a:ext cx="8700726" cy="0"/>
              </a:xfrm>
              <a:prstGeom prst="straightConnector1">
                <a:avLst/>
              </a:prstGeom>
              <a:ln>
                <a:noFill/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9" name="Textfeld 28">
                <a:extLst>
                  <a:ext uri="{FF2B5EF4-FFF2-40B4-BE49-F238E27FC236}">
                    <a16:creationId xmlns:a16="http://schemas.microsoft.com/office/drawing/2014/main" id="{82B2D4FA-A4BA-2F58-95C7-0AC147AF9F1E}"/>
                  </a:ext>
                </a:extLst>
              </p:cNvPr>
              <p:cNvSpPr txBox="1"/>
              <p:nvPr/>
            </p:nvSpPr>
            <p:spPr>
              <a:xfrm>
                <a:off x="4214226" y="6244906"/>
                <a:ext cx="1008681" cy="498532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Time</a:t>
                </a:r>
              </a:p>
            </p:txBody>
          </p:sp>
          <p:sp>
            <p:nvSpPr>
              <p:cNvPr id="32" name="Textfeld 31">
                <a:extLst>
                  <a:ext uri="{FF2B5EF4-FFF2-40B4-BE49-F238E27FC236}">
                    <a16:creationId xmlns:a16="http://schemas.microsoft.com/office/drawing/2014/main" id="{E6737218-748D-6A5F-CC40-80EA0BA6AC7E}"/>
                  </a:ext>
                </a:extLst>
              </p:cNvPr>
              <p:cNvSpPr txBox="1"/>
              <p:nvPr/>
            </p:nvSpPr>
            <p:spPr>
              <a:xfrm rot="16200000">
                <a:off x="-392774" y="3335097"/>
                <a:ext cx="1607125" cy="565693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Frequency</a:t>
                </a:r>
              </a:p>
            </p:txBody>
          </p:sp>
          <p:sp>
            <p:nvSpPr>
              <p:cNvPr id="91" name="Rechteck 90">
                <a:extLst>
                  <a:ext uri="{FF2B5EF4-FFF2-40B4-BE49-F238E27FC236}">
                    <a16:creationId xmlns:a16="http://schemas.microsoft.com/office/drawing/2014/main" id="{A9933274-4679-BE69-FD7A-54CE22C600DA}"/>
                  </a:ext>
                </a:extLst>
              </p:cNvPr>
              <p:cNvSpPr/>
              <p:nvPr/>
            </p:nvSpPr>
            <p:spPr>
              <a:xfrm>
                <a:off x="826634" y="849965"/>
                <a:ext cx="8151445" cy="5473319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/>
              </a:p>
            </p:txBody>
          </p:sp>
          <p:cxnSp>
            <p:nvCxnSpPr>
              <p:cNvPr id="80" name="Gerade Verbindung mit Pfeil 79">
                <a:extLst>
                  <a:ext uri="{FF2B5EF4-FFF2-40B4-BE49-F238E27FC236}">
                    <a16:creationId xmlns:a16="http://schemas.microsoft.com/office/drawing/2014/main" id="{6824EFB3-8949-457A-22C1-59C67FF91BE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1280260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2" name="Gerade Verbindung mit Pfeil 81">
                <a:extLst>
                  <a:ext uri="{FF2B5EF4-FFF2-40B4-BE49-F238E27FC236}">
                    <a16:creationId xmlns:a16="http://schemas.microsoft.com/office/drawing/2014/main" id="{3302DF27-46D4-2A09-A42A-08A5B48E2DA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1989428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3" name="Gerade Verbindung mit Pfeil 82">
                <a:extLst>
                  <a:ext uri="{FF2B5EF4-FFF2-40B4-BE49-F238E27FC236}">
                    <a16:creationId xmlns:a16="http://schemas.microsoft.com/office/drawing/2014/main" id="{DDFD449A-C573-EDE8-B75C-BD1819C5FAD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2714852"/>
                <a:ext cx="8539248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4" name="Gerade Verbindung mit Pfeil 83">
                <a:extLst>
                  <a:ext uri="{FF2B5EF4-FFF2-40B4-BE49-F238E27FC236}">
                    <a16:creationId xmlns:a16="http://schemas.microsoft.com/office/drawing/2014/main" id="{0C2D577D-BCF4-4566-A6BF-B99A58804C2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3429000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5" name="Gerade Verbindung mit Pfeil 84">
                <a:extLst>
                  <a:ext uri="{FF2B5EF4-FFF2-40B4-BE49-F238E27FC236}">
                    <a16:creationId xmlns:a16="http://schemas.microsoft.com/office/drawing/2014/main" id="{60AFD2B2-875B-E674-8C11-B3DD6AA7D1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4144264"/>
                <a:ext cx="8539248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7" name="Gerade Verbindung mit Pfeil 86">
                <a:extLst>
                  <a:ext uri="{FF2B5EF4-FFF2-40B4-BE49-F238E27FC236}">
                    <a16:creationId xmlns:a16="http://schemas.microsoft.com/office/drawing/2014/main" id="{18F42F4F-34B8-5D05-0CF2-4F8927CC0E4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5586984"/>
                <a:ext cx="8535196" cy="0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86" name="Gerade Verbindung mit Pfeil 85">
                <a:extLst>
                  <a:ext uri="{FF2B5EF4-FFF2-40B4-BE49-F238E27FC236}">
                    <a16:creationId xmlns:a16="http://schemas.microsoft.com/office/drawing/2014/main" id="{9D28A758-CF8A-47F9-7445-5B38B3AF95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441034" y="4852884"/>
                <a:ext cx="8539248" cy="6644"/>
              </a:xfrm>
              <a:prstGeom prst="straightConnector1">
                <a:avLst/>
              </a:prstGeom>
              <a:ln w="9525">
                <a:solidFill>
                  <a:schemeClr val="bg1">
                    <a:lumMod val="95000"/>
                  </a:schemeClr>
                </a:solidFill>
                <a:headEnd type="none" w="med" len="med"/>
                <a:tailEnd type="none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3" name="Textfeld 92">
                <a:extLst>
                  <a:ext uri="{FF2B5EF4-FFF2-40B4-BE49-F238E27FC236}">
                    <a16:creationId xmlns:a16="http://schemas.microsoft.com/office/drawing/2014/main" id="{B549AFF7-7D34-70D1-35FE-26C28C453C3B}"/>
                  </a:ext>
                </a:extLst>
              </p:cNvPr>
              <p:cNvSpPr txBox="1"/>
              <p:nvPr/>
            </p:nvSpPr>
            <p:spPr>
              <a:xfrm>
                <a:off x="358769" y="244218"/>
                <a:ext cx="8834504" cy="54007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sz="2000" b="1" dirty="0">
                    <a:solidFill>
                      <a:srgbClr val="004C3F"/>
                    </a:solidFill>
                    <a:latin typeface="Calibri Light" panose="020F0302020204030204" pitchFamily="34" charset="0"/>
                    <a:ea typeface="Calibri Light" panose="020F0302020204030204" pitchFamily="34" charset="0"/>
                    <a:cs typeface="Calibri Light" panose="020F0302020204030204" pitchFamily="34" charset="0"/>
                  </a:rPr>
                  <a:t>Acoustic Niche Hypothesis (ANH) – Spectral Partitioning</a:t>
                </a:r>
              </a:p>
            </p:txBody>
          </p:sp>
          <p:cxnSp>
            <p:nvCxnSpPr>
              <p:cNvPr id="61" name="Gerade Verbindung mit Pfeil 60">
                <a:extLst>
                  <a:ext uri="{FF2B5EF4-FFF2-40B4-BE49-F238E27FC236}">
                    <a16:creationId xmlns:a16="http://schemas.microsoft.com/office/drawing/2014/main" id="{2D512995-BEBA-2DB8-7D36-D216F580871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08972" y="751639"/>
                <a:ext cx="19667" cy="5598958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Gerade Verbindung mit Pfeil 63">
                <a:extLst>
                  <a:ext uri="{FF2B5EF4-FFF2-40B4-BE49-F238E27FC236}">
                    <a16:creationId xmlns:a16="http://schemas.microsoft.com/office/drawing/2014/main" id="{2CB70E64-1DDB-DA55-9715-F6EAE34CB1A7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823776" y="6334888"/>
                <a:ext cx="8270681" cy="4106"/>
              </a:xfrm>
              <a:prstGeom prst="straightConnector1">
                <a:avLst/>
              </a:prstGeom>
              <a:ln>
                <a:solidFill>
                  <a:schemeClr val="tx1"/>
                </a:solidFill>
                <a:headEnd type="none" w="med" len="med"/>
                <a:tailEnd type="arrow" w="med" len="med"/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2" name="Gruppieren 1">
              <a:extLst>
                <a:ext uri="{FF2B5EF4-FFF2-40B4-BE49-F238E27FC236}">
                  <a16:creationId xmlns:a16="http://schemas.microsoft.com/office/drawing/2014/main" id="{DBE4963D-7ACD-AF50-2BBB-2D274F516058}"/>
                </a:ext>
              </a:extLst>
            </p:cNvPr>
            <p:cNvGrpSpPr/>
            <p:nvPr/>
          </p:nvGrpSpPr>
          <p:grpSpPr>
            <a:xfrm>
              <a:off x="1034659" y="882799"/>
              <a:ext cx="1840013" cy="3707036"/>
              <a:chOff x="1034659" y="882799"/>
              <a:chExt cx="1840013" cy="3707036"/>
            </a:xfrm>
          </p:grpSpPr>
          <p:sp>
            <p:nvSpPr>
              <p:cNvPr id="49" name="Textfeld 48">
                <a:extLst>
                  <a:ext uri="{FF2B5EF4-FFF2-40B4-BE49-F238E27FC236}">
                    <a16:creationId xmlns:a16="http://schemas.microsoft.com/office/drawing/2014/main" id="{A6DC747C-9519-A33F-FA1A-12C427C0FCA6}"/>
                  </a:ext>
                </a:extLst>
              </p:cNvPr>
              <p:cNvSpPr txBox="1"/>
              <p:nvPr/>
            </p:nvSpPr>
            <p:spPr>
              <a:xfrm>
                <a:off x="1034659" y="882799"/>
                <a:ext cx="1462757" cy="872431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Spectral</a:t>
                </a:r>
              </a:p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Niche A</a:t>
                </a:r>
              </a:p>
            </p:txBody>
          </p: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5CCFCF5E-7AEB-E971-5DCF-51DA9C0593AC}"/>
                  </a:ext>
                </a:extLst>
              </p:cNvPr>
              <p:cNvSpPr txBox="1"/>
              <p:nvPr/>
            </p:nvSpPr>
            <p:spPr>
              <a:xfrm>
                <a:off x="1053643" y="3727429"/>
                <a:ext cx="1821029" cy="862406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 rtlCol="0">
                <a:spAutoFit/>
              </a:bodyPr>
              <a:lstStyle/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Spectral </a:t>
                </a:r>
              </a:p>
              <a:p>
                <a:r>
                  <a:rPr lang="de-DE" dirty="0"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Niche B</a:t>
                </a:r>
              </a:p>
            </p:txBody>
          </p:sp>
        </p:grp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8BC81E0C-F6FA-BA24-87D5-91B160642FBD}"/>
              </a:ext>
            </a:extLst>
          </p:cNvPr>
          <p:cNvGrpSpPr/>
          <p:nvPr/>
        </p:nvGrpSpPr>
        <p:grpSpPr>
          <a:xfrm>
            <a:off x="6096000" y="1"/>
            <a:ext cx="6096000" cy="5127436"/>
            <a:chOff x="0" y="160019"/>
            <a:chExt cx="9337040" cy="6841590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DD1E7FA7-72E5-753E-D6E9-E3AE729A3297}"/>
                </a:ext>
              </a:extLst>
            </p:cNvPr>
            <p:cNvSpPr/>
            <p:nvPr/>
          </p:nvSpPr>
          <p:spPr>
            <a:xfrm>
              <a:off x="0" y="160019"/>
              <a:ext cx="9337040" cy="68415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509E3A69-6E7E-43E0-7384-5E22A70D2037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18EB5341-04E5-68C9-990E-0E4B6391D519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3B992D3E-D3F4-07E2-AC22-DA167041EF4F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CBD349BA-3E55-954D-8868-A45606515E8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A060A2C7-ACE1-EB75-3BE0-84B64D38FB9B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69FCC88C-7F0E-80C0-32EC-829E7F694853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05B1C883-9B58-8449-2454-7BC8B75078CB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2049106F-3F22-5AD2-2927-A571FEBB0E51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3869E391-08E3-4AD9-C9FE-F1EA363E426F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59E41718-5670-A409-BDB8-14C5B20558B5}"/>
                </a:ext>
              </a:extLst>
            </p:cNvPr>
            <p:cNvSpPr txBox="1"/>
            <p:nvPr/>
          </p:nvSpPr>
          <p:spPr>
            <a:xfrm>
              <a:off x="820952" y="244218"/>
              <a:ext cx="3611598" cy="540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P3 Evolutionary ANH</a:t>
              </a:r>
            </a:p>
          </p:txBody>
        </p: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C26B4735-31E3-6B33-FB59-ACDEC1DAD529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752" y="740575"/>
              <a:ext cx="2881" cy="557260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E10F47C-7B85-0811-E64E-F7F6057FD0DC}"/>
                </a:ext>
              </a:extLst>
            </p:cNvPr>
            <p:cNvSpPr/>
            <p:nvPr/>
          </p:nvSpPr>
          <p:spPr>
            <a:xfrm>
              <a:off x="839421" y="872259"/>
              <a:ext cx="8128932" cy="541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8027DC77-A533-0CE7-0B9D-86A59A33A3E6}"/>
                </a:ext>
              </a:extLst>
            </p:cNvPr>
            <p:cNvCxnSpPr>
              <a:cxnSpLocks/>
            </p:cNvCxnSpPr>
            <p:nvPr/>
          </p:nvCxnSpPr>
          <p:spPr>
            <a:xfrm>
              <a:off x="814026" y="6305234"/>
              <a:ext cx="827556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4609F333-F3AE-70BD-E2A6-2BA133D8E4E4}"/>
              </a:ext>
            </a:extLst>
          </p:cNvPr>
          <p:cNvSpPr txBox="1"/>
          <p:nvPr/>
        </p:nvSpPr>
        <p:spPr>
          <a:xfrm rot="16200000">
            <a:off x="5079339" y="2265276"/>
            <a:ext cx="2558806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Peak Frequency Distance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065125BD-7FB8-8CD2-0D44-136F94279B21}"/>
              </a:ext>
            </a:extLst>
          </p:cNvPr>
          <p:cNvSpPr txBox="1"/>
          <p:nvPr/>
        </p:nvSpPr>
        <p:spPr>
          <a:xfrm>
            <a:off x="8254272" y="4780987"/>
            <a:ext cx="1973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 Gradient</a:t>
            </a: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775C5990-8255-B35A-7302-C15368455FD7}"/>
              </a:ext>
            </a:extLst>
          </p:cNvPr>
          <p:cNvSpPr txBox="1"/>
          <p:nvPr/>
        </p:nvSpPr>
        <p:spPr>
          <a:xfrm>
            <a:off x="6320418" y="4611495"/>
            <a:ext cx="110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7D666D30-B91D-832E-7DB6-56F54A91BDB2}"/>
              </a:ext>
            </a:extLst>
          </p:cNvPr>
          <p:cNvSpPr txBox="1"/>
          <p:nvPr/>
        </p:nvSpPr>
        <p:spPr>
          <a:xfrm>
            <a:off x="8568512" y="4600556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Regeneration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F4269458-006E-1E9F-E8EF-2B20E9751585}"/>
              </a:ext>
            </a:extLst>
          </p:cNvPr>
          <p:cNvSpPr txBox="1"/>
          <p:nvPr/>
        </p:nvSpPr>
        <p:spPr>
          <a:xfrm>
            <a:off x="10981511" y="4611495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Old-growth</a:t>
            </a:r>
          </a:p>
        </p:txBody>
      </p:sp>
      <p:grpSp>
        <p:nvGrpSpPr>
          <p:cNvPr id="254" name="Gruppieren 253">
            <a:extLst>
              <a:ext uri="{FF2B5EF4-FFF2-40B4-BE49-F238E27FC236}">
                <a16:creationId xmlns:a16="http://schemas.microsoft.com/office/drawing/2014/main" id="{4921C9ED-DAD5-D0E2-44A8-04B0360AB43D}"/>
              </a:ext>
            </a:extLst>
          </p:cNvPr>
          <p:cNvGrpSpPr/>
          <p:nvPr/>
        </p:nvGrpSpPr>
        <p:grpSpPr>
          <a:xfrm>
            <a:off x="6639319" y="843982"/>
            <a:ext cx="5322318" cy="3225541"/>
            <a:chOff x="6639319" y="843982"/>
            <a:chExt cx="5322318" cy="3225541"/>
          </a:xfrm>
        </p:grpSpPr>
        <p:cxnSp>
          <p:nvCxnSpPr>
            <p:cNvPr id="199" name="Gerade Verbindung mit Pfeil 198">
              <a:extLst>
                <a:ext uri="{FF2B5EF4-FFF2-40B4-BE49-F238E27FC236}">
                  <a16:creationId xmlns:a16="http://schemas.microsoft.com/office/drawing/2014/main" id="{F57C1709-1161-FDD7-64A6-D3413CE502B7}"/>
                </a:ext>
              </a:extLst>
            </p:cNvPr>
            <p:cNvCxnSpPr>
              <a:cxnSpLocks/>
            </p:cNvCxnSpPr>
            <p:nvPr/>
          </p:nvCxnSpPr>
          <p:spPr>
            <a:xfrm>
              <a:off x="6644044" y="84398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DED8610F-7950-295B-B09F-709057BB8386}"/>
                </a:ext>
              </a:extLst>
            </p:cNvPr>
            <p:cNvCxnSpPr>
              <a:cxnSpLocks/>
            </p:cNvCxnSpPr>
            <p:nvPr/>
          </p:nvCxnSpPr>
          <p:spPr>
            <a:xfrm>
              <a:off x="6646602" y="137105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38BF15A6-1524-90C7-0797-C0ABC5F2E0B0}"/>
                </a:ext>
              </a:extLst>
            </p:cNvPr>
            <p:cNvCxnSpPr>
              <a:cxnSpLocks/>
            </p:cNvCxnSpPr>
            <p:nvPr/>
          </p:nvCxnSpPr>
          <p:spPr>
            <a:xfrm>
              <a:off x="6639319" y="1875811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9EA578A3-BCCB-9B16-0A43-E75191822D71}"/>
                </a:ext>
              </a:extLst>
            </p:cNvPr>
            <p:cNvCxnSpPr>
              <a:cxnSpLocks/>
            </p:cNvCxnSpPr>
            <p:nvPr/>
          </p:nvCxnSpPr>
          <p:spPr>
            <a:xfrm>
              <a:off x="6643176" y="244994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 Verbindung mit Pfeil 220">
              <a:extLst>
                <a:ext uri="{FF2B5EF4-FFF2-40B4-BE49-F238E27FC236}">
                  <a16:creationId xmlns:a16="http://schemas.microsoft.com/office/drawing/2014/main" id="{8756BB5B-FB67-908D-E866-EF82327D6FE4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2985997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Gerade Verbindung mit Pfeil 236">
              <a:extLst>
                <a:ext uri="{FF2B5EF4-FFF2-40B4-BE49-F238E27FC236}">
                  <a16:creationId xmlns:a16="http://schemas.microsoft.com/office/drawing/2014/main" id="{5C49A120-316D-6EB5-5566-70A1DE962DDF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35234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Gerade Verbindung mit Pfeil 237">
              <a:extLst>
                <a:ext uri="{FF2B5EF4-FFF2-40B4-BE49-F238E27FC236}">
                  <a16:creationId xmlns:a16="http://schemas.microsoft.com/office/drawing/2014/main" id="{B15D4AF2-1352-4057-39A3-7E597FF6A9EF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40695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347819FD-09B5-0134-620B-C1962AEFF071}"/>
              </a:ext>
            </a:extLst>
          </p:cNvPr>
          <p:cNvGrpSpPr/>
          <p:nvPr/>
        </p:nvGrpSpPr>
        <p:grpSpPr>
          <a:xfrm>
            <a:off x="7075889" y="1621033"/>
            <a:ext cx="914276" cy="2472962"/>
            <a:chOff x="8837315" y="1582780"/>
            <a:chExt cx="914276" cy="2472962"/>
          </a:xfrm>
        </p:grpSpPr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24C432EC-1F96-36EE-ECA3-06F503BFA44D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63" name="Gruppieren 162">
                <a:extLst>
                  <a:ext uri="{FF2B5EF4-FFF2-40B4-BE49-F238E27FC236}">
                    <a16:creationId xmlns:a16="http://schemas.microsoft.com/office/drawing/2014/main" id="{E5F52E7D-5166-CDB6-D40D-0D7F02BD2A0D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65" name="Rechteck 164">
                  <a:extLst>
                    <a:ext uri="{FF2B5EF4-FFF2-40B4-BE49-F238E27FC236}">
                      <a16:creationId xmlns:a16="http://schemas.microsoft.com/office/drawing/2014/main" id="{DCAB9CD7-2196-00D0-7217-6DBC6403F2B6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66" name="Gerader Verbinder 165">
                  <a:extLst>
                    <a:ext uri="{FF2B5EF4-FFF2-40B4-BE49-F238E27FC236}">
                      <a16:creationId xmlns:a16="http://schemas.microsoft.com/office/drawing/2014/main" id="{27087332-A432-AF41-6242-9123BA4A854E}"/>
                    </a:ext>
                  </a:extLst>
                </p:cNvPr>
                <p:cNvCxnSpPr>
                  <a:cxnSpLocks/>
                  <a:endCxn id="165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Gerader Verbinder 166">
                  <a:extLst>
                    <a:ext uri="{FF2B5EF4-FFF2-40B4-BE49-F238E27FC236}">
                      <a16:creationId xmlns:a16="http://schemas.microsoft.com/office/drawing/2014/main" id="{E57E2375-65B0-B382-E171-9EC45AFDE39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F724CC9C-F2B5-05E0-24C7-C8BF5BDCA47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2A28272F-3269-5343-B2AC-9A746486E072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77"/>
              <a:chOff x="8815387" y="1862071"/>
              <a:chExt cx="657225" cy="2381288"/>
            </a:xfrm>
          </p:grpSpPr>
          <p:grpSp>
            <p:nvGrpSpPr>
              <p:cNvPr id="158" name="Gruppieren 157">
                <a:extLst>
                  <a:ext uri="{FF2B5EF4-FFF2-40B4-BE49-F238E27FC236}">
                    <a16:creationId xmlns:a16="http://schemas.microsoft.com/office/drawing/2014/main" id="{ABDECB5F-0648-9899-DEC5-36E85E424E0F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solidFill>
                <a:srgbClr val="E17F35"/>
              </a:solidFill>
            </p:grpSpPr>
            <p:sp>
              <p:nvSpPr>
                <p:cNvPr id="160" name="Rechteck 159">
                  <a:extLst>
                    <a:ext uri="{FF2B5EF4-FFF2-40B4-BE49-F238E27FC236}">
                      <a16:creationId xmlns:a16="http://schemas.microsoft.com/office/drawing/2014/main" id="{1BD21968-329C-A575-F90E-C059C46A8107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61" name="Gerader Verbinder 160">
                  <a:extLst>
                    <a:ext uri="{FF2B5EF4-FFF2-40B4-BE49-F238E27FC236}">
                      <a16:creationId xmlns:a16="http://schemas.microsoft.com/office/drawing/2014/main" id="{A0BA4925-DFF7-282E-5E27-36D3FD49F5D2}"/>
                    </a:ext>
                  </a:extLst>
                </p:cNvPr>
                <p:cNvCxnSpPr>
                  <a:cxnSpLocks/>
                  <a:endCxn id="160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Gerader Verbinder 161">
                  <a:extLst>
                    <a:ext uri="{FF2B5EF4-FFF2-40B4-BE49-F238E27FC236}">
                      <a16:creationId xmlns:a16="http://schemas.microsoft.com/office/drawing/2014/main" id="{D59DEED2-E5AD-06C7-2CDB-095341561AA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DE8E4C58-752C-0324-3988-A4696FA19B5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F0ABDD7A-72C6-6EF4-9F10-E1945DC2B60E}"/>
              </a:ext>
            </a:extLst>
          </p:cNvPr>
          <p:cNvGrpSpPr/>
          <p:nvPr/>
        </p:nvGrpSpPr>
        <p:grpSpPr>
          <a:xfrm>
            <a:off x="8864607" y="1617986"/>
            <a:ext cx="914276" cy="2472965"/>
            <a:chOff x="8837315" y="1582780"/>
            <a:chExt cx="914276" cy="2472965"/>
          </a:xfrm>
        </p:grpSpPr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84588576-01DB-20DB-2147-2FF29B54A674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16" name="Gruppieren 115">
                <a:extLst>
                  <a:ext uri="{FF2B5EF4-FFF2-40B4-BE49-F238E27FC236}">
                    <a16:creationId xmlns:a16="http://schemas.microsoft.com/office/drawing/2014/main" id="{B81A88CD-4404-F6E0-2F2F-7B299ED99CD1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07BA4FF1-DA7D-675B-7B0B-1F1E0985AE30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19" name="Gerader Verbinder 118">
                  <a:extLst>
                    <a:ext uri="{FF2B5EF4-FFF2-40B4-BE49-F238E27FC236}">
                      <a16:creationId xmlns:a16="http://schemas.microsoft.com/office/drawing/2014/main" id="{72B4D60F-B511-B426-1491-5D2A718B881A}"/>
                    </a:ext>
                  </a:extLst>
                </p:cNvPr>
                <p:cNvCxnSpPr>
                  <a:cxnSpLocks/>
                  <a:endCxn id="118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Gerader Verbinder 119">
                  <a:extLst>
                    <a:ext uri="{FF2B5EF4-FFF2-40B4-BE49-F238E27FC236}">
                      <a16:creationId xmlns:a16="http://schemas.microsoft.com/office/drawing/2014/main" id="{5AC48F72-A197-C613-0DD9-C5C9E70D8BD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739F2825-CC9C-EC02-668C-2BC68083BCF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CD62C5A5-D5E1-7318-F733-AE7CEB883355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80"/>
              <a:chOff x="8815387" y="1862071"/>
              <a:chExt cx="657225" cy="2381291"/>
            </a:xfrm>
          </p:grpSpPr>
          <p:grpSp>
            <p:nvGrpSpPr>
              <p:cNvPr id="122" name="Gruppieren 121">
                <a:extLst>
                  <a:ext uri="{FF2B5EF4-FFF2-40B4-BE49-F238E27FC236}">
                    <a16:creationId xmlns:a16="http://schemas.microsoft.com/office/drawing/2014/main" id="{D8007FB2-4928-2C40-4A5C-02A6FB9BA369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91"/>
                <a:chOff x="7483440" y="994821"/>
                <a:chExt cx="657225" cy="2789801"/>
              </a:xfrm>
              <a:solidFill>
                <a:srgbClr val="E17F35"/>
              </a:solidFill>
            </p:grpSpPr>
            <p:sp>
              <p:nvSpPr>
                <p:cNvPr id="124" name="Rechteck 123">
                  <a:extLst>
                    <a:ext uri="{FF2B5EF4-FFF2-40B4-BE49-F238E27FC236}">
                      <a16:creationId xmlns:a16="http://schemas.microsoft.com/office/drawing/2014/main" id="{090D641F-7D27-EDA8-12BA-CF619828F388}"/>
                    </a:ext>
                  </a:extLst>
                </p:cNvPr>
                <p:cNvSpPr/>
                <p:nvPr/>
              </p:nvSpPr>
              <p:spPr>
                <a:xfrm>
                  <a:off x="7483440" y="1591199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25" name="Gerader Verbinder 124">
                  <a:extLst>
                    <a:ext uri="{FF2B5EF4-FFF2-40B4-BE49-F238E27FC236}">
                      <a16:creationId xmlns:a16="http://schemas.microsoft.com/office/drawing/2014/main" id="{BB0F1821-C4CF-A9D4-70D8-01B3EE6F99CD}"/>
                    </a:ext>
                  </a:extLst>
                </p:cNvPr>
                <p:cNvCxnSpPr>
                  <a:cxnSpLocks/>
                  <a:endCxn id="124" idx="0"/>
                </p:cNvCxnSpPr>
                <p:nvPr/>
              </p:nvCxnSpPr>
              <p:spPr>
                <a:xfrm>
                  <a:off x="7812052" y="994821"/>
                  <a:ext cx="0" cy="596378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Gerader Verbinder 125">
                  <a:extLst>
                    <a:ext uri="{FF2B5EF4-FFF2-40B4-BE49-F238E27FC236}">
                      <a16:creationId xmlns:a16="http://schemas.microsoft.com/office/drawing/2014/main" id="{40939028-D0F1-FAF7-71A9-E460A7B9C5F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7111A39C-ABC8-8C38-CE64-F1E84D4FBD5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8" name="Gruppieren 167">
            <a:extLst>
              <a:ext uri="{FF2B5EF4-FFF2-40B4-BE49-F238E27FC236}">
                <a16:creationId xmlns:a16="http://schemas.microsoft.com/office/drawing/2014/main" id="{42B22482-654F-F2C2-B1C4-837FF19C4308}"/>
              </a:ext>
            </a:extLst>
          </p:cNvPr>
          <p:cNvGrpSpPr/>
          <p:nvPr/>
        </p:nvGrpSpPr>
        <p:grpSpPr>
          <a:xfrm>
            <a:off x="10631061" y="1617989"/>
            <a:ext cx="914276" cy="2472962"/>
            <a:chOff x="8837315" y="1582780"/>
            <a:chExt cx="914276" cy="2472962"/>
          </a:xfrm>
        </p:grpSpPr>
        <p:grpSp>
          <p:nvGrpSpPr>
            <p:cNvPr id="169" name="Gruppieren 168">
              <a:extLst>
                <a:ext uri="{FF2B5EF4-FFF2-40B4-BE49-F238E27FC236}">
                  <a16:creationId xmlns:a16="http://schemas.microsoft.com/office/drawing/2014/main" id="{E94E75E7-2607-12E7-540D-D35C120F6B56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76" name="Gruppieren 175">
                <a:extLst>
                  <a:ext uri="{FF2B5EF4-FFF2-40B4-BE49-F238E27FC236}">
                    <a16:creationId xmlns:a16="http://schemas.microsoft.com/office/drawing/2014/main" id="{607B1B38-D83D-B7C1-5E98-DB5F64815924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78" name="Rechteck 177">
                  <a:extLst>
                    <a:ext uri="{FF2B5EF4-FFF2-40B4-BE49-F238E27FC236}">
                      <a16:creationId xmlns:a16="http://schemas.microsoft.com/office/drawing/2014/main" id="{EBD36B26-41A8-2BE1-AFFB-D438C5A96521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79" name="Gerader Verbinder 178">
                  <a:extLst>
                    <a:ext uri="{FF2B5EF4-FFF2-40B4-BE49-F238E27FC236}">
                      <a16:creationId xmlns:a16="http://schemas.microsoft.com/office/drawing/2014/main" id="{FB27EF7F-9B8B-7763-C269-6CC565D86367}"/>
                    </a:ext>
                  </a:extLst>
                </p:cNvPr>
                <p:cNvCxnSpPr>
                  <a:cxnSpLocks/>
                  <a:endCxn id="178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Gerader Verbinder 179">
                  <a:extLst>
                    <a:ext uri="{FF2B5EF4-FFF2-40B4-BE49-F238E27FC236}">
                      <a16:creationId xmlns:a16="http://schemas.microsoft.com/office/drawing/2014/main" id="{57B90913-CE90-1237-3921-5FEAE57B3A3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20ACACA1-1CC4-BE0E-4724-03E5C4825F9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657A2EC8-BBB3-676D-4165-4CC771589F22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77"/>
              <a:chOff x="8815387" y="1862071"/>
              <a:chExt cx="657225" cy="2381288"/>
            </a:xfrm>
          </p:grpSpPr>
          <p:grpSp>
            <p:nvGrpSpPr>
              <p:cNvPr id="171" name="Gruppieren 170">
                <a:extLst>
                  <a:ext uri="{FF2B5EF4-FFF2-40B4-BE49-F238E27FC236}">
                    <a16:creationId xmlns:a16="http://schemas.microsoft.com/office/drawing/2014/main" id="{23A651EC-6296-A047-5850-7F238A2800CC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solidFill>
                <a:srgbClr val="E17F35"/>
              </a:solidFill>
            </p:grpSpPr>
            <p:sp>
              <p:nvSpPr>
                <p:cNvPr id="173" name="Rechteck 172">
                  <a:extLst>
                    <a:ext uri="{FF2B5EF4-FFF2-40B4-BE49-F238E27FC236}">
                      <a16:creationId xmlns:a16="http://schemas.microsoft.com/office/drawing/2014/main" id="{2A088652-1977-F007-286E-29172D30A264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grpFill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74" name="Gerader Verbinder 173">
                  <a:extLst>
                    <a:ext uri="{FF2B5EF4-FFF2-40B4-BE49-F238E27FC236}">
                      <a16:creationId xmlns:a16="http://schemas.microsoft.com/office/drawing/2014/main" id="{760088AA-D14B-ED23-9C4F-D3C194C5BB5D}"/>
                    </a:ext>
                  </a:extLst>
                </p:cNvPr>
                <p:cNvCxnSpPr>
                  <a:cxnSpLocks/>
                  <a:endCxn id="173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Gerader Verbinder 174">
                  <a:extLst>
                    <a:ext uri="{FF2B5EF4-FFF2-40B4-BE49-F238E27FC236}">
                      <a16:creationId xmlns:a16="http://schemas.microsoft.com/office/drawing/2014/main" id="{97E0FE90-44FE-2C35-0502-9F077A9067A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9150800E-5B8B-B735-803A-364B0F3C8F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33A27DD-CEEF-0E94-44CC-9A0ED6A6BF76}"/>
              </a:ext>
            </a:extLst>
          </p:cNvPr>
          <p:cNvGrpSpPr/>
          <p:nvPr/>
        </p:nvGrpSpPr>
        <p:grpSpPr>
          <a:xfrm>
            <a:off x="9939889" y="517081"/>
            <a:ext cx="2025341" cy="1045814"/>
            <a:chOff x="9880794" y="650333"/>
            <a:chExt cx="2035624" cy="1034032"/>
          </a:xfrm>
        </p:grpSpPr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B599C49A-E8A4-0AF2-9715-173B11920781}"/>
                </a:ext>
              </a:extLst>
            </p:cNvPr>
            <p:cNvSpPr txBox="1"/>
            <p:nvPr/>
          </p:nvSpPr>
          <p:spPr>
            <a:xfrm>
              <a:off x="9880794" y="650333"/>
              <a:ext cx="2035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Co-occurrence Type</a:t>
              </a:r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E748E43E-D751-E431-3A91-018C96C67BA7}"/>
                </a:ext>
              </a:extLst>
            </p:cNvPr>
            <p:cNvSpPr txBox="1"/>
            <p:nvPr/>
          </p:nvSpPr>
          <p:spPr>
            <a:xfrm>
              <a:off x="10258712" y="1003205"/>
              <a:ext cx="8097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negative</a:t>
              </a:r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D7671D66-DCC6-64BD-8CDF-51D702BBE29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6830" y="971144"/>
              <a:ext cx="416045" cy="713221"/>
            </a:xfrm>
            <a:prstGeom prst="rect">
              <a:avLst/>
            </a:prstGeom>
          </p:spPr>
        </p:pic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362F8E1E-D7A7-014D-9F9B-46168D6FE7A6}"/>
                </a:ext>
              </a:extLst>
            </p:cNvPr>
            <p:cNvSpPr txBox="1"/>
            <p:nvPr/>
          </p:nvSpPr>
          <p:spPr>
            <a:xfrm>
              <a:off x="10258712" y="1334349"/>
              <a:ext cx="8097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positive</a:t>
              </a:r>
            </a:p>
          </p:txBody>
        </p:sp>
      </p:grpSp>
      <p:pic>
        <p:nvPicPr>
          <p:cNvPr id="13" name="Grafik 12">
            <a:extLst>
              <a:ext uri="{FF2B5EF4-FFF2-40B4-BE49-F238E27FC236}">
                <a16:creationId xmlns:a16="http://schemas.microsoft.com/office/drawing/2014/main" id="{C4C27C64-80E0-E3A6-CDA1-5500488A2744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37086"/>
          <a:stretch>
            <a:fillRect/>
          </a:stretch>
        </p:blipFill>
        <p:spPr>
          <a:xfrm>
            <a:off x="2597489" y="2968352"/>
            <a:ext cx="2998781" cy="1385077"/>
          </a:xfrm>
          <a:prstGeom prst="rect">
            <a:avLst/>
          </a:prstGeom>
          <a:effectLst>
            <a:softEdge rad="101600"/>
          </a:effectLst>
        </p:spPr>
      </p:pic>
      <p:cxnSp>
        <p:nvCxnSpPr>
          <p:cNvPr id="16" name="Gerader Verbinder 15">
            <a:extLst>
              <a:ext uri="{FF2B5EF4-FFF2-40B4-BE49-F238E27FC236}">
                <a16:creationId xmlns:a16="http://schemas.microsoft.com/office/drawing/2014/main" id="{77A6A641-1F5C-961F-6EFC-9A5021880120}"/>
              </a:ext>
            </a:extLst>
          </p:cNvPr>
          <p:cNvCxnSpPr>
            <a:cxnSpLocks/>
          </p:cNvCxnSpPr>
          <p:nvPr/>
        </p:nvCxnSpPr>
        <p:spPr>
          <a:xfrm>
            <a:off x="2667289" y="4216126"/>
            <a:ext cx="2835868" cy="0"/>
          </a:xfrm>
          <a:prstGeom prst="line">
            <a:avLst/>
          </a:prstGeom>
          <a:ln w="28575">
            <a:solidFill>
              <a:srgbClr val="C86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0" name="Grafik 19">
            <a:extLst>
              <a:ext uri="{FF2B5EF4-FFF2-40B4-BE49-F238E27FC236}">
                <a16:creationId xmlns:a16="http://schemas.microsoft.com/office/drawing/2014/main" id="{0132A0E7-EAEA-DD06-1EDE-C16A18CBCBB7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tretch>
            <a:fillRect/>
          </a:stretch>
        </p:blipFill>
        <p:spPr>
          <a:xfrm>
            <a:off x="2730493" y="798425"/>
            <a:ext cx="2865379" cy="1606199"/>
          </a:xfrm>
          <a:prstGeom prst="rect">
            <a:avLst/>
          </a:prstGeom>
          <a:effectLst>
            <a:softEdge rad="101600"/>
          </a:effectLst>
        </p:spPr>
      </p:pic>
      <mc:AlternateContent xmlns:mc="http://schemas.openxmlformats.org/markup-compatibility/2006">
        <mc:Choice xmlns:a14="http://schemas.microsoft.com/office/drawing/2010/main" Requires="a14"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98F5732-2B2E-7806-4F72-06424D7329A9}"/>
                  </a:ext>
                </a:extLst>
              </p:cNvPr>
              <p:cNvSpPr txBox="1"/>
              <p:nvPr/>
            </p:nvSpPr>
            <p:spPr>
              <a:xfrm>
                <a:off x="5090112" y="3856212"/>
                <a:ext cx="367933" cy="223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998F5732-2B2E-7806-4F72-06424D7329A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12" y="3856212"/>
                <a:ext cx="367933" cy="223647"/>
              </a:xfrm>
              <a:prstGeom prst="rect">
                <a:avLst/>
              </a:prstGeom>
              <a:blipFill>
                <a:blip r:embed="rId6"/>
                <a:stretch>
                  <a:fillRect l="-30000" t="-2778" r="-53333"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8" name="Grafik 17">
            <a:extLst>
              <a:ext uri="{FF2B5EF4-FFF2-40B4-BE49-F238E27FC236}">
                <a16:creationId xmlns:a16="http://schemas.microsoft.com/office/drawing/2014/main" id="{61F338D3-9617-6EEB-7003-C043259FF529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9475" y="1296303"/>
            <a:ext cx="390021" cy="81108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cxnSp>
        <p:nvCxnSpPr>
          <p:cNvPr id="15" name="Gerader Verbinder 14">
            <a:extLst>
              <a:ext uri="{FF2B5EF4-FFF2-40B4-BE49-F238E27FC236}">
                <a16:creationId xmlns:a16="http://schemas.microsoft.com/office/drawing/2014/main" id="{696688CF-9B74-9FAC-26A9-29F35EDA4931}"/>
              </a:ext>
            </a:extLst>
          </p:cNvPr>
          <p:cNvCxnSpPr>
            <a:cxnSpLocks/>
          </p:cNvCxnSpPr>
          <p:nvPr/>
        </p:nvCxnSpPr>
        <p:spPr>
          <a:xfrm flipV="1">
            <a:off x="2667289" y="2067893"/>
            <a:ext cx="2835868" cy="7654"/>
          </a:xfrm>
          <a:prstGeom prst="line">
            <a:avLst/>
          </a:prstGeom>
          <a:ln w="28575">
            <a:solidFill>
              <a:srgbClr val="37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A192D39-30B6-3E9A-78B9-606B98CABE44}"/>
                  </a:ext>
                </a:extLst>
              </p:cNvPr>
              <p:cNvSpPr txBox="1"/>
              <p:nvPr/>
            </p:nvSpPr>
            <p:spPr>
              <a:xfrm>
                <a:off x="5090112" y="1708820"/>
                <a:ext cx="367933" cy="223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1" name="Textfeld 20">
                <a:extLst>
                  <a:ext uri="{FF2B5EF4-FFF2-40B4-BE49-F238E27FC236}">
                    <a16:creationId xmlns:a16="http://schemas.microsoft.com/office/drawing/2014/main" id="{7A192D39-30B6-3E9A-78B9-606B98CABE4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090112" y="1708820"/>
                <a:ext cx="367933" cy="223647"/>
              </a:xfrm>
              <a:prstGeom prst="rect">
                <a:avLst/>
              </a:prstGeom>
              <a:blipFill>
                <a:blip r:embed="rId8"/>
                <a:stretch>
                  <a:fillRect l="-30000" r="-53333" b="-67568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Grafik 5">
            <a:extLst>
              <a:ext uri="{FF2B5EF4-FFF2-40B4-BE49-F238E27FC236}">
                <a16:creationId xmlns:a16="http://schemas.microsoft.com/office/drawing/2014/main" id="{A993F51D-5A60-6D81-3756-71D2EFA070DB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80949" y="2695819"/>
            <a:ext cx="2148671" cy="1714476"/>
          </a:xfrm>
          <a:prstGeom prst="rect">
            <a:avLst/>
          </a:prstGeom>
          <a:effectLst>
            <a:glow>
              <a:schemeClr val="accent1">
                <a:alpha val="40000"/>
              </a:schemeClr>
            </a:glow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sp>
        <p:nvSpPr>
          <p:cNvPr id="22" name="Geschweifte Klammer links 21">
            <a:extLst>
              <a:ext uri="{FF2B5EF4-FFF2-40B4-BE49-F238E27FC236}">
                <a16:creationId xmlns:a16="http://schemas.microsoft.com/office/drawing/2014/main" id="{5E94A064-6493-4D48-0453-F8A376923CCE}"/>
              </a:ext>
            </a:extLst>
          </p:cNvPr>
          <p:cNvSpPr/>
          <p:nvPr/>
        </p:nvSpPr>
        <p:spPr>
          <a:xfrm rot="10800000">
            <a:off x="594683" y="2967308"/>
            <a:ext cx="150850" cy="12959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25" name="Geschweifte Klammer links 24">
            <a:extLst>
              <a:ext uri="{FF2B5EF4-FFF2-40B4-BE49-F238E27FC236}">
                <a16:creationId xmlns:a16="http://schemas.microsoft.com/office/drawing/2014/main" id="{4E2E68EE-6AA8-2A4C-05D7-FD10D953F2BA}"/>
              </a:ext>
            </a:extLst>
          </p:cNvPr>
          <p:cNvSpPr/>
          <p:nvPr/>
        </p:nvSpPr>
        <p:spPr>
          <a:xfrm rot="10800000">
            <a:off x="597873" y="857637"/>
            <a:ext cx="150850" cy="1295925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85768060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E1C862-F62B-67AA-604A-B2D79D23BB4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4" name="Gruppieren 93">
            <a:extLst>
              <a:ext uri="{FF2B5EF4-FFF2-40B4-BE49-F238E27FC236}">
                <a16:creationId xmlns:a16="http://schemas.microsoft.com/office/drawing/2014/main" id="{DE52A876-75A5-8507-C418-03B0B150DEDA}"/>
              </a:ext>
            </a:extLst>
          </p:cNvPr>
          <p:cNvGrpSpPr/>
          <p:nvPr/>
        </p:nvGrpSpPr>
        <p:grpSpPr>
          <a:xfrm>
            <a:off x="0" y="396"/>
            <a:ext cx="6096000" cy="5127436"/>
            <a:chOff x="1" y="160019"/>
            <a:chExt cx="9337039" cy="6841590"/>
          </a:xfrm>
        </p:grpSpPr>
        <p:sp>
          <p:nvSpPr>
            <p:cNvPr id="75" name="Rechteck 74">
              <a:extLst>
                <a:ext uri="{FF2B5EF4-FFF2-40B4-BE49-F238E27FC236}">
                  <a16:creationId xmlns:a16="http://schemas.microsoft.com/office/drawing/2014/main" id="{8E5BBA89-CBA9-9B54-156C-F9564C04FA72}"/>
                </a:ext>
              </a:extLst>
            </p:cNvPr>
            <p:cNvSpPr/>
            <p:nvPr/>
          </p:nvSpPr>
          <p:spPr>
            <a:xfrm>
              <a:off x="1" y="160019"/>
              <a:ext cx="9337039" cy="68415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23" name="Gerade Verbindung mit Pfeil 22">
              <a:extLst>
                <a:ext uri="{FF2B5EF4-FFF2-40B4-BE49-F238E27FC236}">
                  <a16:creationId xmlns:a16="http://schemas.microsoft.com/office/drawing/2014/main" id="{F3070E24-807B-BB4A-3580-77EC7B484626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4" name="Gerade Verbindung mit Pfeil 23">
              <a:extLst>
                <a:ext uri="{FF2B5EF4-FFF2-40B4-BE49-F238E27FC236}">
                  <a16:creationId xmlns:a16="http://schemas.microsoft.com/office/drawing/2014/main" id="{C3151413-CAB8-9F88-F577-C045D0A1B8CB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9" name="Textfeld 28">
              <a:extLst>
                <a:ext uri="{FF2B5EF4-FFF2-40B4-BE49-F238E27FC236}">
                  <a16:creationId xmlns:a16="http://schemas.microsoft.com/office/drawing/2014/main" id="{491A8321-56E5-2311-D079-3174D97FF496}"/>
                </a:ext>
              </a:extLst>
            </p:cNvPr>
            <p:cNvSpPr txBox="1"/>
            <p:nvPr/>
          </p:nvSpPr>
          <p:spPr>
            <a:xfrm>
              <a:off x="4162868" y="6413989"/>
              <a:ext cx="1008681" cy="498532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Time</a:t>
              </a:r>
            </a:p>
          </p:txBody>
        </p:sp>
        <p:sp>
          <p:nvSpPr>
            <p:cNvPr id="32" name="Textfeld 31">
              <a:extLst>
                <a:ext uri="{FF2B5EF4-FFF2-40B4-BE49-F238E27FC236}">
                  <a16:creationId xmlns:a16="http://schemas.microsoft.com/office/drawing/2014/main" id="{B8E13321-A2FD-14E6-332A-4A299744DC8D}"/>
                </a:ext>
              </a:extLst>
            </p:cNvPr>
            <p:cNvSpPr txBox="1"/>
            <p:nvPr/>
          </p:nvSpPr>
          <p:spPr>
            <a:xfrm rot="16200000">
              <a:off x="-392774" y="3335097"/>
              <a:ext cx="1607125" cy="565693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Frequency</a:t>
              </a:r>
            </a:p>
          </p:txBody>
        </p:sp>
        <p:cxnSp>
          <p:nvCxnSpPr>
            <p:cNvPr id="64" name="Gerade Verbindung mit Pfeil 63">
              <a:extLst>
                <a:ext uri="{FF2B5EF4-FFF2-40B4-BE49-F238E27FC236}">
                  <a16:creationId xmlns:a16="http://schemas.microsoft.com/office/drawing/2014/main" id="{8FC7EB2E-A32B-BCAF-84E5-8F3F84A697D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8638" y="6317942"/>
              <a:ext cx="8270681" cy="4106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1" name="Rechteck 90">
              <a:extLst>
                <a:ext uri="{FF2B5EF4-FFF2-40B4-BE49-F238E27FC236}">
                  <a16:creationId xmlns:a16="http://schemas.microsoft.com/office/drawing/2014/main" id="{041E0BB4-6759-A842-C2D8-1DEEC59C591D}"/>
                </a:ext>
              </a:extLst>
            </p:cNvPr>
            <p:cNvSpPr/>
            <p:nvPr/>
          </p:nvSpPr>
          <p:spPr>
            <a:xfrm>
              <a:off x="826633" y="849965"/>
              <a:ext cx="8151445" cy="544638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cxnSp>
          <p:nvCxnSpPr>
            <p:cNvPr id="80" name="Gerade Verbindung mit Pfeil 79">
              <a:extLst>
                <a:ext uri="{FF2B5EF4-FFF2-40B4-BE49-F238E27FC236}">
                  <a16:creationId xmlns:a16="http://schemas.microsoft.com/office/drawing/2014/main" id="{2161B06E-34CC-5272-266F-C0EE4DAE8A02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2" name="Gerade Verbindung mit Pfeil 81">
              <a:extLst>
                <a:ext uri="{FF2B5EF4-FFF2-40B4-BE49-F238E27FC236}">
                  <a16:creationId xmlns:a16="http://schemas.microsoft.com/office/drawing/2014/main" id="{57D9A3BA-7379-8042-84EC-B164896DF984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3" name="Gerade Verbindung mit Pfeil 82">
              <a:extLst>
                <a:ext uri="{FF2B5EF4-FFF2-40B4-BE49-F238E27FC236}">
                  <a16:creationId xmlns:a16="http://schemas.microsoft.com/office/drawing/2014/main" id="{D75DE99C-426A-F517-A8DF-0D9E2F06781A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4" name="Gerade Verbindung mit Pfeil 83">
              <a:extLst>
                <a:ext uri="{FF2B5EF4-FFF2-40B4-BE49-F238E27FC236}">
                  <a16:creationId xmlns:a16="http://schemas.microsoft.com/office/drawing/2014/main" id="{EA70DF4B-33A1-6B39-A92A-EFD9631D8EAC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5" name="Gerade Verbindung mit Pfeil 84">
              <a:extLst>
                <a:ext uri="{FF2B5EF4-FFF2-40B4-BE49-F238E27FC236}">
                  <a16:creationId xmlns:a16="http://schemas.microsoft.com/office/drawing/2014/main" id="{991D71BC-1B73-E60F-577E-A8CED9543AA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7" name="Gerade Verbindung mit Pfeil 86">
              <a:extLst>
                <a:ext uri="{FF2B5EF4-FFF2-40B4-BE49-F238E27FC236}">
                  <a16:creationId xmlns:a16="http://schemas.microsoft.com/office/drawing/2014/main" id="{EE4883D9-F0C8-AC98-92CD-CFDADA235E00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86" name="Gerade Verbindung mit Pfeil 85">
              <a:extLst>
                <a:ext uri="{FF2B5EF4-FFF2-40B4-BE49-F238E27FC236}">
                  <a16:creationId xmlns:a16="http://schemas.microsoft.com/office/drawing/2014/main" id="{842FF0EB-291A-701A-EAD8-F30F71644D83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3" name="Textfeld 92">
              <a:extLst>
                <a:ext uri="{FF2B5EF4-FFF2-40B4-BE49-F238E27FC236}">
                  <a16:creationId xmlns:a16="http://schemas.microsoft.com/office/drawing/2014/main" id="{3AF0DBDE-D776-E67C-603C-DE5C7C74BD7F}"/>
                </a:ext>
              </a:extLst>
            </p:cNvPr>
            <p:cNvSpPr txBox="1"/>
            <p:nvPr/>
          </p:nvSpPr>
          <p:spPr>
            <a:xfrm>
              <a:off x="148686" y="244218"/>
              <a:ext cx="9094976" cy="533871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Acoustic Niche Hypothesis (ANH) – Temporal Partitioning</a:t>
              </a:r>
            </a:p>
          </p:txBody>
        </p:sp>
        <p:cxnSp>
          <p:nvCxnSpPr>
            <p:cNvPr id="61" name="Gerade Verbindung mit Pfeil 60">
              <a:extLst>
                <a:ext uri="{FF2B5EF4-FFF2-40B4-BE49-F238E27FC236}">
                  <a16:creationId xmlns:a16="http://schemas.microsoft.com/office/drawing/2014/main" id="{19B04FA3-7E10-FDCC-D628-9A8787E9C61F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08972" y="751639"/>
              <a:ext cx="19667" cy="559895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8" name="Gruppieren 7">
            <a:extLst>
              <a:ext uri="{FF2B5EF4-FFF2-40B4-BE49-F238E27FC236}">
                <a16:creationId xmlns:a16="http://schemas.microsoft.com/office/drawing/2014/main" id="{95F12ACE-C174-585B-F413-BFAE279EE232}"/>
              </a:ext>
            </a:extLst>
          </p:cNvPr>
          <p:cNvGrpSpPr/>
          <p:nvPr/>
        </p:nvGrpSpPr>
        <p:grpSpPr>
          <a:xfrm>
            <a:off x="6096000" y="1"/>
            <a:ext cx="6096000" cy="5127436"/>
            <a:chOff x="0" y="160019"/>
            <a:chExt cx="9337040" cy="6841590"/>
          </a:xfrm>
        </p:grpSpPr>
        <p:sp>
          <p:nvSpPr>
            <p:cNvPr id="34" name="Rechteck 33">
              <a:extLst>
                <a:ext uri="{FF2B5EF4-FFF2-40B4-BE49-F238E27FC236}">
                  <a16:creationId xmlns:a16="http://schemas.microsoft.com/office/drawing/2014/main" id="{CF88C7BF-8E1D-070E-CC4C-2C18282CC020}"/>
                </a:ext>
              </a:extLst>
            </p:cNvPr>
            <p:cNvSpPr/>
            <p:nvPr/>
          </p:nvSpPr>
          <p:spPr>
            <a:xfrm>
              <a:off x="0" y="160019"/>
              <a:ext cx="9337040" cy="6841590"/>
            </a:xfrm>
            <a:prstGeom prst="rect">
              <a:avLst/>
            </a:prstGeom>
            <a:solidFill>
              <a:schemeClr val="bg1">
                <a:lumMod val="95000"/>
              </a:schemeClr>
            </a:solidFill>
            <a:ln w="25400" cap="rnd">
              <a:solidFill>
                <a:srgbClr val="004C3F"/>
              </a:solidFill>
              <a:round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35" name="Gerade Verbindung mit Pfeil 34">
              <a:extLst>
                <a:ext uri="{FF2B5EF4-FFF2-40B4-BE49-F238E27FC236}">
                  <a16:creationId xmlns:a16="http://schemas.microsoft.com/office/drawing/2014/main" id="{A55E50DE-3A3B-F62E-17D7-ACF92E2691F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318157" y="3704967"/>
              <a:ext cx="0" cy="2623684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Gerade Verbindung mit Pfeil 35">
              <a:extLst>
                <a:ext uri="{FF2B5EF4-FFF2-40B4-BE49-F238E27FC236}">
                  <a16:creationId xmlns:a16="http://schemas.microsoft.com/office/drawing/2014/main" id="{2698BD32-E02C-616E-ED18-0CE78755B0B9}"/>
                </a:ext>
              </a:extLst>
            </p:cNvPr>
            <p:cNvCxnSpPr>
              <a:cxnSpLocks/>
            </p:cNvCxnSpPr>
            <p:nvPr/>
          </p:nvCxnSpPr>
          <p:spPr>
            <a:xfrm>
              <a:off x="318157" y="6317942"/>
              <a:ext cx="8700726" cy="0"/>
            </a:xfrm>
            <a:prstGeom prst="straightConnector1">
              <a:avLst/>
            </a:prstGeom>
            <a:ln>
              <a:noFill/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2" name="Gerade Verbindung mit Pfeil 41">
              <a:extLst>
                <a:ext uri="{FF2B5EF4-FFF2-40B4-BE49-F238E27FC236}">
                  <a16:creationId xmlns:a16="http://schemas.microsoft.com/office/drawing/2014/main" id="{F555C6A5-364E-1290-CB95-D7EC4311136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28026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3" name="Gerade Verbindung mit Pfeil 42">
              <a:extLst>
                <a:ext uri="{FF2B5EF4-FFF2-40B4-BE49-F238E27FC236}">
                  <a16:creationId xmlns:a16="http://schemas.microsoft.com/office/drawing/2014/main" id="{90542821-5DA2-652D-68EF-6F3988085E92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1989428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4" name="Gerade Verbindung mit Pfeil 43">
              <a:extLst>
                <a:ext uri="{FF2B5EF4-FFF2-40B4-BE49-F238E27FC236}">
                  <a16:creationId xmlns:a16="http://schemas.microsoft.com/office/drawing/2014/main" id="{162EEC32-D902-4F92-C706-69A7077DCD59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2714852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5" name="Gerade Verbindung mit Pfeil 44">
              <a:extLst>
                <a:ext uri="{FF2B5EF4-FFF2-40B4-BE49-F238E27FC236}">
                  <a16:creationId xmlns:a16="http://schemas.microsoft.com/office/drawing/2014/main" id="{440A8F3C-2B5A-B2B9-3F92-0FF645A586C6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3429000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6" name="Gerade Verbindung mit Pfeil 45">
              <a:extLst>
                <a:ext uri="{FF2B5EF4-FFF2-40B4-BE49-F238E27FC236}">
                  <a16:creationId xmlns:a16="http://schemas.microsoft.com/office/drawing/2014/main" id="{584DD96D-1467-27DF-A45D-CB26494F787C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144264"/>
              <a:ext cx="8539248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7" name="Gerade Verbindung mit Pfeil 46">
              <a:extLst>
                <a:ext uri="{FF2B5EF4-FFF2-40B4-BE49-F238E27FC236}">
                  <a16:creationId xmlns:a16="http://schemas.microsoft.com/office/drawing/2014/main" id="{74F57033-4743-29AE-28F4-4B81F434945B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5586984"/>
              <a:ext cx="8535196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0" name="Gerade Verbindung mit Pfeil 49">
              <a:extLst>
                <a:ext uri="{FF2B5EF4-FFF2-40B4-BE49-F238E27FC236}">
                  <a16:creationId xmlns:a16="http://schemas.microsoft.com/office/drawing/2014/main" id="{7B836119-5046-A462-7236-13640D87B9B7}"/>
                </a:ext>
              </a:extLst>
            </p:cNvPr>
            <p:cNvCxnSpPr>
              <a:cxnSpLocks/>
            </p:cNvCxnSpPr>
            <p:nvPr/>
          </p:nvCxnSpPr>
          <p:spPr>
            <a:xfrm>
              <a:off x="441034" y="4852884"/>
              <a:ext cx="8539248" cy="6644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51" name="Textfeld 50">
              <a:extLst>
                <a:ext uri="{FF2B5EF4-FFF2-40B4-BE49-F238E27FC236}">
                  <a16:creationId xmlns:a16="http://schemas.microsoft.com/office/drawing/2014/main" id="{395E7F8E-A94B-B892-282A-086A65B6738D}"/>
                </a:ext>
              </a:extLst>
            </p:cNvPr>
            <p:cNvSpPr txBox="1"/>
            <p:nvPr/>
          </p:nvSpPr>
          <p:spPr>
            <a:xfrm>
              <a:off x="820952" y="244218"/>
              <a:ext cx="3611598" cy="5400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de-DE" sz="2000" b="1" dirty="0">
                  <a:solidFill>
                    <a:srgbClr val="004C3F"/>
                  </a:solidFill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rPr>
                <a:t>P2 Pattern-level ANH</a:t>
              </a:r>
            </a:p>
          </p:txBody>
        </p:sp>
        <p:sp>
          <p:nvSpPr>
            <p:cNvPr id="41" name="Rechteck 40">
              <a:extLst>
                <a:ext uri="{FF2B5EF4-FFF2-40B4-BE49-F238E27FC236}">
                  <a16:creationId xmlns:a16="http://schemas.microsoft.com/office/drawing/2014/main" id="{F034AE7A-65C5-92BD-E9E5-A2D36CF5170D}"/>
                </a:ext>
              </a:extLst>
            </p:cNvPr>
            <p:cNvSpPr/>
            <p:nvPr/>
          </p:nvSpPr>
          <p:spPr>
            <a:xfrm>
              <a:off x="839421" y="872259"/>
              <a:ext cx="8128932" cy="5413925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 dirty="0"/>
            </a:p>
          </p:txBody>
        </p:sp>
        <p:cxnSp>
          <p:nvCxnSpPr>
            <p:cNvPr id="40" name="Gerade Verbindung mit Pfeil 39">
              <a:extLst>
                <a:ext uri="{FF2B5EF4-FFF2-40B4-BE49-F238E27FC236}">
                  <a16:creationId xmlns:a16="http://schemas.microsoft.com/office/drawing/2014/main" id="{7460656C-A98B-99B4-9304-322DF48597BE}"/>
                </a:ext>
              </a:extLst>
            </p:cNvPr>
            <p:cNvCxnSpPr>
              <a:cxnSpLocks/>
            </p:cNvCxnSpPr>
            <p:nvPr/>
          </p:nvCxnSpPr>
          <p:spPr>
            <a:xfrm>
              <a:off x="823752" y="6300997"/>
              <a:ext cx="8275567" cy="0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Gerade Verbindung mit Pfeil 38">
              <a:extLst>
                <a:ext uri="{FF2B5EF4-FFF2-40B4-BE49-F238E27FC236}">
                  <a16:creationId xmlns:a16="http://schemas.microsoft.com/office/drawing/2014/main" id="{9C6C20AE-BB6A-85FA-2BC4-6578825F6FAC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823752" y="740575"/>
              <a:ext cx="2881" cy="5572608"/>
            </a:xfrm>
            <a:prstGeom prst="straightConnector1">
              <a:avLst/>
            </a:prstGeom>
            <a:ln>
              <a:solidFill>
                <a:schemeClr val="tx1"/>
              </a:solidFill>
              <a:headEnd type="none" w="med" len="med"/>
              <a:tailEnd type="arrow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52" name="Textfeld 51">
            <a:extLst>
              <a:ext uri="{FF2B5EF4-FFF2-40B4-BE49-F238E27FC236}">
                <a16:creationId xmlns:a16="http://schemas.microsoft.com/office/drawing/2014/main" id="{FBAAEEAB-7484-2A99-A481-B182CB6A645F}"/>
              </a:ext>
            </a:extLst>
          </p:cNvPr>
          <p:cNvSpPr txBox="1"/>
          <p:nvPr/>
        </p:nvSpPr>
        <p:spPr>
          <a:xfrm rot="16200000">
            <a:off x="5708983" y="2369805"/>
            <a:ext cx="1279402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Proportion</a:t>
            </a:r>
          </a:p>
        </p:txBody>
      </p:sp>
      <p:sp>
        <p:nvSpPr>
          <p:cNvPr id="108" name="Textfeld 107">
            <a:extLst>
              <a:ext uri="{FF2B5EF4-FFF2-40B4-BE49-F238E27FC236}">
                <a16:creationId xmlns:a16="http://schemas.microsoft.com/office/drawing/2014/main" id="{F7A73D0E-37C8-4A3D-1C2F-D49194805F23}"/>
              </a:ext>
            </a:extLst>
          </p:cNvPr>
          <p:cNvSpPr txBox="1"/>
          <p:nvPr/>
        </p:nvSpPr>
        <p:spPr>
          <a:xfrm>
            <a:off x="8254272" y="4780987"/>
            <a:ext cx="1973000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Recovery Gradient</a:t>
            </a:r>
          </a:p>
        </p:txBody>
      </p:sp>
      <p:sp>
        <p:nvSpPr>
          <p:cNvPr id="151" name="Textfeld 150">
            <a:extLst>
              <a:ext uri="{FF2B5EF4-FFF2-40B4-BE49-F238E27FC236}">
                <a16:creationId xmlns:a16="http://schemas.microsoft.com/office/drawing/2014/main" id="{F5465704-5DE1-69E4-7F08-5758360B7272}"/>
              </a:ext>
            </a:extLst>
          </p:cNvPr>
          <p:cNvSpPr txBox="1"/>
          <p:nvPr/>
        </p:nvSpPr>
        <p:spPr>
          <a:xfrm>
            <a:off x="6320418" y="4611495"/>
            <a:ext cx="1102951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Agriculture</a:t>
            </a:r>
          </a:p>
        </p:txBody>
      </p:sp>
      <p:sp>
        <p:nvSpPr>
          <p:cNvPr id="152" name="Textfeld 151">
            <a:extLst>
              <a:ext uri="{FF2B5EF4-FFF2-40B4-BE49-F238E27FC236}">
                <a16:creationId xmlns:a16="http://schemas.microsoft.com/office/drawing/2014/main" id="{51703839-08FF-9780-5A17-76417BE2C91B}"/>
              </a:ext>
            </a:extLst>
          </p:cNvPr>
          <p:cNvSpPr txBox="1"/>
          <p:nvPr/>
        </p:nvSpPr>
        <p:spPr>
          <a:xfrm>
            <a:off x="8568512" y="4600556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Regeneration</a:t>
            </a:r>
          </a:p>
        </p:txBody>
      </p:sp>
      <p:sp>
        <p:nvSpPr>
          <p:cNvPr id="153" name="Textfeld 152">
            <a:extLst>
              <a:ext uri="{FF2B5EF4-FFF2-40B4-BE49-F238E27FC236}">
                <a16:creationId xmlns:a16="http://schemas.microsoft.com/office/drawing/2014/main" id="{4EBF5001-9670-D566-7B8F-EF61551DBD80}"/>
              </a:ext>
            </a:extLst>
          </p:cNvPr>
          <p:cNvSpPr txBox="1"/>
          <p:nvPr/>
        </p:nvSpPr>
        <p:spPr>
          <a:xfrm>
            <a:off x="10981511" y="4611495"/>
            <a:ext cx="1218838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de-DE" sz="140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Old-growth</a:t>
            </a:r>
          </a:p>
        </p:txBody>
      </p:sp>
      <p:grpSp>
        <p:nvGrpSpPr>
          <p:cNvPr id="254" name="Gruppieren 253">
            <a:extLst>
              <a:ext uri="{FF2B5EF4-FFF2-40B4-BE49-F238E27FC236}">
                <a16:creationId xmlns:a16="http://schemas.microsoft.com/office/drawing/2014/main" id="{1EE8D71A-0C1A-B11A-BF39-F0F5F8C46984}"/>
              </a:ext>
            </a:extLst>
          </p:cNvPr>
          <p:cNvGrpSpPr/>
          <p:nvPr/>
        </p:nvGrpSpPr>
        <p:grpSpPr>
          <a:xfrm>
            <a:off x="6639319" y="843982"/>
            <a:ext cx="5322318" cy="3225541"/>
            <a:chOff x="6639319" y="843982"/>
            <a:chExt cx="5322318" cy="3225541"/>
          </a:xfrm>
        </p:grpSpPr>
        <p:cxnSp>
          <p:nvCxnSpPr>
            <p:cNvPr id="199" name="Gerade Verbindung mit Pfeil 198">
              <a:extLst>
                <a:ext uri="{FF2B5EF4-FFF2-40B4-BE49-F238E27FC236}">
                  <a16:creationId xmlns:a16="http://schemas.microsoft.com/office/drawing/2014/main" id="{BB47B97E-5709-17F6-AE56-22CD71131892}"/>
                </a:ext>
              </a:extLst>
            </p:cNvPr>
            <p:cNvCxnSpPr>
              <a:cxnSpLocks/>
            </p:cNvCxnSpPr>
            <p:nvPr/>
          </p:nvCxnSpPr>
          <p:spPr>
            <a:xfrm>
              <a:off x="6644044" y="84398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3" name="Gerade Verbindung mit Pfeil 202">
              <a:extLst>
                <a:ext uri="{FF2B5EF4-FFF2-40B4-BE49-F238E27FC236}">
                  <a16:creationId xmlns:a16="http://schemas.microsoft.com/office/drawing/2014/main" id="{C2FE9FFE-1573-B453-155E-40C692BCD3AD}"/>
                </a:ext>
              </a:extLst>
            </p:cNvPr>
            <p:cNvCxnSpPr>
              <a:cxnSpLocks/>
            </p:cNvCxnSpPr>
            <p:nvPr/>
          </p:nvCxnSpPr>
          <p:spPr>
            <a:xfrm>
              <a:off x="6646602" y="137105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4" name="Gerade Verbindung mit Pfeil 203">
              <a:extLst>
                <a:ext uri="{FF2B5EF4-FFF2-40B4-BE49-F238E27FC236}">
                  <a16:creationId xmlns:a16="http://schemas.microsoft.com/office/drawing/2014/main" id="{38067B67-ACE0-A501-C50D-2857A27A13E9}"/>
                </a:ext>
              </a:extLst>
            </p:cNvPr>
            <p:cNvCxnSpPr>
              <a:cxnSpLocks/>
            </p:cNvCxnSpPr>
            <p:nvPr/>
          </p:nvCxnSpPr>
          <p:spPr>
            <a:xfrm>
              <a:off x="6639319" y="1875811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5" name="Gerade Verbindung mit Pfeil 204">
              <a:extLst>
                <a:ext uri="{FF2B5EF4-FFF2-40B4-BE49-F238E27FC236}">
                  <a16:creationId xmlns:a16="http://schemas.microsoft.com/office/drawing/2014/main" id="{D67FACB1-3E6F-C278-57D4-FCE9048998DC}"/>
                </a:ext>
              </a:extLst>
            </p:cNvPr>
            <p:cNvCxnSpPr>
              <a:cxnSpLocks/>
            </p:cNvCxnSpPr>
            <p:nvPr/>
          </p:nvCxnSpPr>
          <p:spPr>
            <a:xfrm>
              <a:off x="6643176" y="2449942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21" name="Gerade Verbindung mit Pfeil 220">
              <a:extLst>
                <a:ext uri="{FF2B5EF4-FFF2-40B4-BE49-F238E27FC236}">
                  <a16:creationId xmlns:a16="http://schemas.microsoft.com/office/drawing/2014/main" id="{198E7759-57E4-ED41-5AE0-2B48D3321176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2985997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7" name="Gerade Verbindung mit Pfeil 236">
              <a:extLst>
                <a:ext uri="{FF2B5EF4-FFF2-40B4-BE49-F238E27FC236}">
                  <a16:creationId xmlns:a16="http://schemas.microsoft.com/office/drawing/2014/main" id="{DD05D851-2AB8-9C48-A35A-593EF207880A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35234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38" name="Gerade Verbindung mit Pfeil 237">
              <a:extLst>
                <a:ext uri="{FF2B5EF4-FFF2-40B4-BE49-F238E27FC236}">
                  <a16:creationId xmlns:a16="http://schemas.microsoft.com/office/drawing/2014/main" id="{0AFFD740-0AEC-25CA-97C1-7C7BC5D11E5C}"/>
                </a:ext>
              </a:extLst>
            </p:cNvPr>
            <p:cNvCxnSpPr>
              <a:cxnSpLocks/>
            </p:cNvCxnSpPr>
            <p:nvPr/>
          </p:nvCxnSpPr>
          <p:spPr>
            <a:xfrm>
              <a:off x="6639971" y="4069523"/>
              <a:ext cx="5315035" cy="0"/>
            </a:xfrm>
            <a:prstGeom prst="straightConnector1">
              <a:avLst/>
            </a:prstGeom>
            <a:ln w="9525">
              <a:solidFill>
                <a:schemeClr val="bg1">
                  <a:lumMod val="95000"/>
                </a:schemeClr>
              </a:solidFill>
              <a:headEnd type="none" w="med" len="med"/>
              <a:tailEnd type="none" w="med" len="me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55" name="Gruppieren 154">
            <a:extLst>
              <a:ext uri="{FF2B5EF4-FFF2-40B4-BE49-F238E27FC236}">
                <a16:creationId xmlns:a16="http://schemas.microsoft.com/office/drawing/2014/main" id="{6DE42971-5170-37FF-295D-4508EF443F90}"/>
              </a:ext>
            </a:extLst>
          </p:cNvPr>
          <p:cNvGrpSpPr/>
          <p:nvPr/>
        </p:nvGrpSpPr>
        <p:grpSpPr>
          <a:xfrm>
            <a:off x="7075888" y="1613271"/>
            <a:ext cx="914276" cy="2472962"/>
            <a:chOff x="8837315" y="1582780"/>
            <a:chExt cx="914276" cy="2472962"/>
          </a:xfrm>
        </p:grpSpPr>
        <p:grpSp>
          <p:nvGrpSpPr>
            <p:cNvPr id="156" name="Gruppieren 155">
              <a:extLst>
                <a:ext uri="{FF2B5EF4-FFF2-40B4-BE49-F238E27FC236}">
                  <a16:creationId xmlns:a16="http://schemas.microsoft.com/office/drawing/2014/main" id="{D35D23D6-41AF-9205-2492-91D6B752B42B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63" name="Gruppieren 162">
                <a:extLst>
                  <a:ext uri="{FF2B5EF4-FFF2-40B4-BE49-F238E27FC236}">
                    <a16:creationId xmlns:a16="http://schemas.microsoft.com/office/drawing/2014/main" id="{B3DA699F-DE9F-C7DF-76D6-131F99930AE4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65" name="Rechteck 164">
                  <a:extLst>
                    <a:ext uri="{FF2B5EF4-FFF2-40B4-BE49-F238E27FC236}">
                      <a16:creationId xmlns:a16="http://schemas.microsoft.com/office/drawing/2014/main" id="{A00EA3C9-452B-C3EA-8562-27280ABD338A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solidFill>
                  <a:srgbClr val="E17F3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66" name="Gerader Verbinder 165">
                  <a:extLst>
                    <a:ext uri="{FF2B5EF4-FFF2-40B4-BE49-F238E27FC236}">
                      <a16:creationId xmlns:a16="http://schemas.microsoft.com/office/drawing/2014/main" id="{D85AC127-55B5-C5A4-EAD9-4D834B45ABC1}"/>
                    </a:ext>
                  </a:extLst>
                </p:cNvPr>
                <p:cNvCxnSpPr>
                  <a:cxnSpLocks/>
                  <a:endCxn id="165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7" name="Gerader Verbinder 166">
                  <a:extLst>
                    <a:ext uri="{FF2B5EF4-FFF2-40B4-BE49-F238E27FC236}">
                      <a16:creationId xmlns:a16="http://schemas.microsoft.com/office/drawing/2014/main" id="{2BCCA0C5-0245-4C46-067B-EA58F638502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64" name="Gerader Verbinder 163">
                <a:extLst>
                  <a:ext uri="{FF2B5EF4-FFF2-40B4-BE49-F238E27FC236}">
                    <a16:creationId xmlns:a16="http://schemas.microsoft.com/office/drawing/2014/main" id="{121F7EF7-D862-A30E-9A63-FFCCAF09AF1F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57" name="Gruppieren 156">
              <a:extLst>
                <a:ext uri="{FF2B5EF4-FFF2-40B4-BE49-F238E27FC236}">
                  <a16:creationId xmlns:a16="http://schemas.microsoft.com/office/drawing/2014/main" id="{CA571DA4-FC2D-07EA-DD1B-51C5AF1E45CB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77"/>
              <a:chOff x="8815387" y="1862071"/>
              <a:chExt cx="657225" cy="2381288"/>
            </a:xfrm>
          </p:grpSpPr>
          <p:grpSp>
            <p:nvGrpSpPr>
              <p:cNvPr id="158" name="Gruppieren 157">
                <a:extLst>
                  <a:ext uri="{FF2B5EF4-FFF2-40B4-BE49-F238E27FC236}">
                    <a16:creationId xmlns:a16="http://schemas.microsoft.com/office/drawing/2014/main" id="{FDF2932C-2C41-2192-D101-6F249AAA3F33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solidFill>
                <a:srgbClr val="E17F35"/>
              </a:solidFill>
            </p:grpSpPr>
            <p:sp>
              <p:nvSpPr>
                <p:cNvPr id="160" name="Rechteck 159">
                  <a:extLst>
                    <a:ext uri="{FF2B5EF4-FFF2-40B4-BE49-F238E27FC236}">
                      <a16:creationId xmlns:a16="http://schemas.microsoft.com/office/drawing/2014/main" id="{7E3DC202-ECA9-78D4-A888-B240F5EB2B14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solidFill>
                  <a:srgbClr val="49B19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61" name="Gerader Verbinder 160">
                  <a:extLst>
                    <a:ext uri="{FF2B5EF4-FFF2-40B4-BE49-F238E27FC236}">
                      <a16:creationId xmlns:a16="http://schemas.microsoft.com/office/drawing/2014/main" id="{6E1D451E-FC70-245A-5FF3-E62FBCAD631C}"/>
                    </a:ext>
                  </a:extLst>
                </p:cNvPr>
                <p:cNvCxnSpPr>
                  <a:cxnSpLocks/>
                  <a:endCxn id="160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62" name="Gerader Verbinder 161">
                  <a:extLst>
                    <a:ext uri="{FF2B5EF4-FFF2-40B4-BE49-F238E27FC236}">
                      <a16:creationId xmlns:a16="http://schemas.microsoft.com/office/drawing/2014/main" id="{B7E62B01-8A92-7A6D-FE12-8BE2EC80021B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59" name="Gerader Verbinder 158">
                <a:extLst>
                  <a:ext uri="{FF2B5EF4-FFF2-40B4-BE49-F238E27FC236}">
                    <a16:creationId xmlns:a16="http://schemas.microsoft.com/office/drawing/2014/main" id="{433C90E3-30C4-E182-1D9A-008A260DECA6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54" name="Gruppieren 153">
            <a:extLst>
              <a:ext uri="{FF2B5EF4-FFF2-40B4-BE49-F238E27FC236}">
                <a16:creationId xmlns:a16="http://schemas.microsoft.com/office/drawing/2014/main" id="{CA4A5F8F-164B-77C4-D1F8-66D192C282F7}"/>
              </a:ext>
            </a:extLst>
          </p:cNvPr>
          <p:cNvGrpSpPr/>
          <p:nvPr/>
        </p:nvGrpSpPr>
        <p:grpSpPr>
          <a:xfrm>
            <a:off x="8864913" y="1613271"/>
            <a:ext cx="914276" cy="2472965"/>
            <a:chOff x="8837315" y="1582780"/>
            <a:chExt cx="914276" cy="2472965"/>
          </a:xfrm>
        </p:grpSpPr>
        <p:grpSp>
          <p:nvGrpSpPr>
            <p:cNvPr id="115" name="Gruppieren 114">
              <a:extLst>
                <a:ext uri="{FF2B5EF4-FFF2-40B4-BE49-F238E27FC236}">
                  <a16:creationId xmlns:a16="http://schemas.microsoft.com/office/drawing/2014/main" id="{3CA1DA54-12A0-7F1D-70C6-11E628011796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16" name="Gruppieren 115">
                <a:extLst>
                  <a:ext uri="{FF2B5EF4-FFF2-40B4-BE49-F238E27FC236}">
                    <a16:creationId xmlns:a16="http://schemas.microsoft.com/office/drawing/2014/main" id="{388DAA6A-04DC-64FC-B7DB-8C5928658DEF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18" name="Rechteck 117">
                  <a:extLst>
                    <a:ext uri="{FF2B5EF4-FFF2-40B4-BE49-F238E27FC236}">
                      <a16:creationId xmlns:a16="http://schemas.microsoft.com/office/drawing/2014/main" id="{795BA384-1260-9993-0C65-FF581A2F5026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solidFill>
                  <a:srgbClr val="E17F3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19" name="Gerader Verbinder 118">
                  <a:extLst>
                    <a:ext uri="{FF2B5EF4-FFF2-40B4-BE49-F238E27FC236}">
                      <a16:creationId xmlns:a16="http://schemas.microsoft.com/office/drawing/2014/main" id="{FBDFED7F-489C-457A-8D63-E1688E9B7906}"/>
                    </a:ext>
                  </a:extLst>
                </p:cNvPr>
                <p:cNvCxnSpPr>
                  <a:cxnSpLocks/>
                  <a:endCxn id="118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0" name="Gerader Verbinder 119">
                  <a:extLst>
                    <a:ext uri="{FF2B5EF4-FFF2-40B4-BE49-F238E27FC236}">
                      <a16:creationId xmlns:a16="http://schemas.microsoft.com/office/drawing/2014/main" id="{75218833-5F40-C5B7-58EE-DF3070D38B1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17" name="Gerader Verbinder 116">
                <a:extLst>
                  <a:ext uri="{FF2B5EF4-FFF2-40B4-BE49-F238E27FC236}">
                    <a16:creationId xmlns:a16="http://schemas.microsoft.com/office/drawing/2014/main" id="{B0A3C97E-BE76-0251-F023-58EB6CEDB3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21" name="Gruppieren 120">
              <a:extLst>
                <a:ext uri="{FF2B5EF4-FFF2-40B4-BE49-F238E27FC236}">
                  <a16:creationId xmlns:a16="http://schemas.microsoft.com/office/drawing/2014/main" id="{DFE030CE-CC64-85F1-F4A7-E8D039F89606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80"/>
              <a:chOff x="8815387" y="1862071"/>
              <a:chExt cx="657225" cy="2381291"/>
            </a:xfrm>
          </p:grpSpPr>
          <p:grpSp>
            <p:nvGrpSpPr>
              <p:cNvPr id="122" name="Gruppieren 121">
                <a:extLst>
                  <a:ext uri="{FF2B5EF4-FFF2-40B4-BE49-F238E27FC236}">
                    <a16:creationId xmlns:a16="http://schemas.microsoft.com/office/drawing/2014/main" id="{D3B72BFB-C27E-4AD3-519F-CADBE4E92AAC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91"/>
                <a:chOff x="7483440" y="994821"/>
                <a:chExt cx="657225" cy="2789801"/>
              </a:xfrm>
              <a:solidFill>
                <a:srgbClr val="E17F35"/>
              </a:solidFill>
            </p:grpSpPr>
            <p:sp>
              <p:nvSpPr>
                <p:cNvPr id="124" name="Rechteck 123">
                  <a:extLst>
                    <a:ext uri="{FF2B5EF4-FFF2-40B4-BE49-F238E27FC236}">
                      <a16:creationId xmlns:a16="http://schemas.microsoft.com/office/drawing/2014/main" id="{74F8445F-8A5A-78C8-E209-947A0EE411E5}"/>
                    </a:ext>
                  </a:extLst>
                </p:cNvPr>
                <p:cNvSpPr/>
                <p:nvPr/>
              </p:nvSpPr>
              <p:spPr>
                <a:xfrm>
                  <a:off x="7483440" y="1591199"/>
                  <a:ext cx="657225" cy="1379366"/>
                </a:xfrm>
                <a:prstGeom prst="rect">
                  <a:avLst/>
                </a:prstGeom>
                <a:solidFill>
                  <a:srgbClr val="49B19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25" name="Gerader Verbinder 124">
                  <a:extLst>
                    <a:ext uri="{FF2B5EF4-FFF2-40B4-BE49-F238E27FC236}">
                      <a16:creationId xmlns:a16="http://schemas.microsoft.com/office/drawing/2014/main" id="{34BA7CF0-A9CC-7C6C-57C7-592CAFA89CD6}"/>
                    </a:ext>
                  </a:extLst>
                </p:cNvPr>
                <p:cNvCxnSpPr>
                  <a:cxnSpLocks/>
                  <a:endCxn id="124" idx="0"/>
                </p:cNvCxnSpPr>
                <p:nvPr/>
              </p:nvCxnSpPr>
              <p:spPr>
                <a:xfrm>
                  <a:off x="7812052" y="994821"/>
                  <a:ext cx="0" cy="596378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26" name="Gerader Verbinder 125">
                  <a:extLst>
                    <a:ext uri="{FF2B5EF4-FFF2-40B4-BE49-F238E27FC236}">
                      <a16:creationId xmlns:a16="http://schemas.microsoft.com/office/drawing/2014/main" id="{58882189-975F-A18B-E450-13331882C39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23" name="Gerader Verbinder 122">
                <a:extLst>
                  <a:ext uri="{FF2B5EF4-FFF2-40B4-BE49-F238E27FC236}">
                    <a16:creationId xmlns:a16="http://schemas.microsoft.com/office/drawing/2014/main" id="{E2ECB4EA-B2EF-026C-D094-DFA62ECE15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68" name="Gruppieren 167">
            <a:extLst>
              <a:ext uri="{FF2B5EF4-FFF2-40B4-BE49-F238E27FC236}">
                <a16:creationId xmlns:a16="http://schemas.microsoft.com/office/drawing/2014/main" id="{D2C5DA33-E321-9F02-4783-CCAA41C04888}"/>
              </a:ext>
            </a:extLst>
          </p:cNvPr>
          <p:cNvGrpSpPr/>
          <p:nvPr/>
        </p:nvGrpSpPr>
        <p:grpSpPr>
          <a:xfrm>
            <a:off x="10631061" y="1617989"/>
            <a:ext cx="914276" cy="2472962"/>
            <a:chOff x="8837315" y="1582780"/>
            <a:chExt cx="914276" cy="2472962"/>
          </a:xfrm>
        </p:grpSpPr>
        <p:grpSp>
          <p:nvGrpSpPr>
            <p:cNvPr id="169" name="Gruppieren 168">
              <a:extLst>
                <a:ext uri="{FF2B5EF4-FFF2-40B4-BE49-F238E27FC236}">
                  <a16:creationId xmlns:a16="http://schemas.microsoft.com/office/drawing/2014/main" id="{FA22DEC0-9EDB-6D6B-CE95-961C2F34583B}"/>
                </a:ext>
              </a:extLst>
            </p:cNvPr>
            <p:cNvGrpSpPr/>
            <p:nvPr/>
          </p:nvGrpSpPr>
          <p:grpSpPr>
            <a:xfrm>
              <a:off x="8837315" y="1582780"/>
              <a:ext cx="296320" cy="1774677"/>
              <a:chOff x="8815387" y="1862071"/>
              <a:chExt cx="657225" cy="2381288"/>
            </a:xfrm>
            <a:solidFill>
              <a:srgbClr val="49B192"/>
            </a:solidFill>
          </p:grpSpPr>
          <p:grpSp>
            <p:nvGrpSpPr>
              <p:cNvPr id="176" name="Gruppieren 175">
                <a:extLst>
                  <a:ext uri="{FF2B5EF4-FFF2-40B4-BE49-F238E27FC236}">
                    <a16:creationId xmlns:a16="http://schemas.microsoft.com/office/drawing/2014/main" id="{3D75F679-CBF1-13B0-E0DE-8D7D0B46C950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grpFill/>
            </p:grpSpPr>
            <p:sp>
              <p:nvSpPr>
                <p:cNvPr id="178" name="Rechteck 177">
                  <a:extLst>
                    <a:ext uri="{FF2B5EF4-FFF2-40B4-BE49-F238E27FC236}">
                      <a16:creationId xmlns:a16="http://schemas.microsoft.com/office/drawing/2014/main" id="{BD2E9C1B-79B3-8DFC-D822-9CAE3832DD23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solidFill>
                  <a:srgbClr val="E17F35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79" name="Gerader Verbinder 178">
                  <a:extLst>
                    <a:ext uri="{FF2B5EF4-FFF2-40B4-BE49-F238E27FC236}">
                      <a16:creationId xmlns:a16="http://schemas.microsoft.com/office/drawing/2014/main" id="{25A3B4FB-2F1E-17B2-2307-5FACFCCF1031}"/>
                    </a:ext>
                  </a:extLst>
                </p:cNvPr>
                <p:cNvCxnSpPr>
                  <a:cxnSpLocks/>
                  <a:endCxn id="178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80" name="Gerader Verbinder 179">
                  <a:extLst>
                    <a:ext uri="{FF2B5EF4-FFF2-40B4-BE49-F238E27FC236}">
                      <a16:creationId xmlns:a16="http://schemas.microsoft.com/office/drawing/2014/main" id="{6C9F33E6-985B-40AC-EC9D-1215FCC6A6B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7" name="Gerader Verbinder 176">
                <a:extLst>
                  <a:ext uri="{FF2B5EF4-FFF2-40B4-BE49-F238E27FC236}">
                    <a16:creationId xmlns:a16="http://schemas.microsoft.com/office/drawing/2014/main" id="{61277CB2-1C94-802F-8955-7DA0D846434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  <a:grpFill/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70" name="Gruppieren 169">
              <a:extLst>
                <a:ext uri="{FF2B5EF4-FFF2-40B4-BE49-F238E27FC236}">
                  <a16:creationId xmlns:a16="http://schemas.microsoft.com/office/drawing/2014/main" id="{4C39BF8E-F24C-AC6B-3A54-361E7035ACC3}"/>
                </a:ext>
              </a:extLst>
            </p:cNvPr>
            <p:cNvGrpSpPr/>
            <p:nvPr/>
          </p:nvGrpSpPr>
          <p:grpSpPr>
            <a:xfrm>
              <a:off x="9455271" y="2281065"/>
              <a:ext cx="296320" cy="1774677"/>
              <a:chOff x="8815387" y="1862071"/>
              <a:chExt cx="657225" cy="2381288"/>
            </a:xfrm>
          </p:grpSpPr>
          <p:grpSp>
            <p:nvGrpSpPr>
              <p:cNvPr id="171" name="Gruppieren 170">
                <a:extLst>
                  <a:ext uri="{FF2B5EF4-FFF2-40B4-BE49-F238E27FC236}">
                    <a16:creationId xmlns:a16="http://schemas.microsoft.com/office/drawing/2014/main" id="{CCD1EDBF-FF62-6872-747A-617C2F85812F}"/>
                  </a:ext>
                </a:extLst>
              </p:cNvPr>
              <p:cNvGrpSpPr/>
              <p:nvPr/>
            </p:nvGrpSpPr>
            <p:grpSpPr>
              <a:xfrm>
                <a:off x="8815387" y="1862071"/>
                <a:ext cx="657225" cy="2381288"/>
                <a:chOff x="7483440" y="994823"/>
                <a:chExt cx="657225" cy="2789799"/>
              </a:xfrm>
              <a:solidFill>
                <a:srgbClr val="E17F35"/>
              </a:solidFill>
            </p:grpSpPr>
            <p:sp>
              <p:nvSpPr>
                <p:cNvPr id="173" name="Rechteck 172">
                  <a:extLst>
                    <a:ext uri="{FF2B5EF4-FFF2-40B4-BE49-F238E27FC236}">
                      <a16:creationId xmlns:a16="http://schemas.microsoft.com/office/drawing/2014/main" id="{D6D2C6F0-A33C-C385-01BF-F18990F029F0}"/>
                    </a:ext>
                  </a:extLst>
                </p:cNvPr>
                <p:cNvSpPr/>
                <p:nvPr/>
              </p:nvSpPr>
              <p:spPr>
                <a:xfrm>
                  <a:off x="7483440" y="1591202"/>
                  <a:ext cx="657225" cy="1379366"/>
                </a:xfrm>
                <a:prstGeom prst="rect">
                  <a:avLst/>
                </a:prstGeom>
                <a:solidFill>
                  <a:srgbClr val="49B192"/>
                </a:solidFill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DE"/>
                </a:p>
              </p:txBody>
            </p:sp>
            <p:cxnSp>
              <p:nvCxnSpPr>
                <p:cNvPr id="174" name="Gerader Verbinder 173">
                  <a:extLst>
                    <a:ext uri="{FF2B5EF4-FFF2-40B4-BE49-F238E27FC236}">
                      <a16:creationId xmlns:a16="http://schemas.microsoft.com/office/drawing/2014/main" id="{BC5248B8-7EBB-E7E2-0440-925772AB401A}"/>
                    </a:ext>
                  </a:extLst>
                </p:cNvPr>
                <p:cNvCxnSpPr>
                  <a:cxnSpLocks/>
                  <a:endCxn id="173" idx="0"/>
                </p:cNvCxnSpPr>
                <p:nvPr/>
              </p:nvCxnSpPr>
              <p:spPr>
                <a:xfrm>
                  <a:off x="7812053" y="994823"/>
                  <a:ext cx="0" cy="596379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  <p:cxnSp>
              <p:nvCxnSpPr>
                <p:cNvPr id="175" name="Gerader Verbinder 174">
                  <a:extLst>
                    <a:ext uri="{FF2B5EF4-FFF2-40B4-BE49-F238E27FC236}">
                      <a16:creationId xmlns:a16="http://schemas.microsoft.com/office/drawing/2014/main" id="{94756A50-158F-BA12-53FA-DE4F0D5066CE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7832654" y="2970568"/>
                  <a:ext cx="0" cy="814054"/>
                </a:xfrm>
                <a:prstGeom prst="line">
                  <a:avLst/>
                </a:prstGeom>
                <a:grpFill/>
              </p:spPr>
              <p:style>
                <a:lnRef idx="2">
                  <a:schemeClr val="dk1"/>
                </a:lnRef>
                <a:fillRef idx="0">
                  <a:schemeClr val="dk1"/>
                </a:fillRef>
                <a:effectRef idx="1">
                  <a:schemeClr val="dk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172" name="Gerader Verbinder 171">
                <a:extLst>
                  <a:ext uri="{FF2B5EF4-FFF2-40B4-BE49-F238E27FC236}">
                    <a16:creationId xmlns:a16="http://schemas.microsoft.com/office/drawing/2014/main" id="{FC1C3438-BF29-CAF3-2EAB-A6E0565E55F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8815387" y="3168404"/>
                <a:ext cx="657225" cy="0"/>
              </a:xfrm>
              <a:prstGeom prst="line">
                <a:avLst/>
              </a:prstGeom>
            </p:spPr>
            <p:style>
              <a:lnRef idx="2">
                <a:schemeClr val="dk1"/>
              </a:lnRef>
              <a:fillRef idx="0">
                <a:schemeClr val="dk1"/>
              </a:fillRef>
              <a:effectRef idx="1">
                <a:schemeClr val="dk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07" name="Gruppieren 106">
            <a:extLst>
              <a:ext uri="{FF2B5EF4-FFF2-40B4-BE49-F238E27FC236}">
                <a16:creationId xmlns:a16="http://schemas.microsoft.com/office/drawing/2014/main" id="{FBFB7F20-5490-67A0-8F68-25C05C397DAB}"/>
              </a:ext>
            </a:extLst>
          </p:cNvPr>
          <p:cNvGrpSpPr/>
          <p:nvPr/>
        </p:nvGrpSpPr>
        <p:grpSpPr>
          <a:xfrm>
            <a:off x="9939889" y="517081"/>
            <a:ext cx="2025341" cy="1045814"/>
            <a:chOff x="9880794" y="650333"/>
            <a:chExt cx="2035624" cy="1034032"/>
          </a:xfrm>
        </p:grpSpPr>
        <p:sp>
          <p:nvSpPr>
            <p:cNvPr id="99" name="Textfeld 98">
              <a:extLst>
                <a:ext uri="{FF2B5EF4-FFF2-40B4-BE49-F238E27FC236}">
                  <a16:creationId xmlns:a16="http://schemas.microsoft.com/office/drawing/2014/main" id="{2EAFE3F9-9C99-4787-B629-1CE493AD5E74}"/>
                </a:ext>
              </a:extLst>
            </p:cNvPr>
            <p:cNvSpPr txBox="1"/>
            <p:nvPr/>
          </p:nvSpPr>
          <p:spPr>
            <a:xfrm>
              <a:off x="9880794" y="650333"/>
              <a:ext cx="20356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Co-occurrence Type</a:t>
              </a:r>
            </a:p>
          </p:txBody>
        </p:sp>
        <p:sp>
          <p:nvSpPr>
            <p:cNvPr id="100" name="Textfeld 99">
              <a:extLst>
                <a:ext uri="{FF2B5EF4-FFF2-40B4-BE49-F238E27FC236}">
                  <a16:creationId xmlns:a16="http://schemas.microsoft.com/office/drawing/2014/main" id="{2921101A-B150-731A-8030-01A9AAB282FA}"/>
                </a:ext>
              </a:extLst>
            </p:cNvPr>
            <p:cNvSpPr txBox="1"/>
            <p:nvPr/>
          </p:nvSpPr>
          <p:spPr>
            <a:xfrm>
              <a:off x="10258712" y="1003205"/>
              <a:ext cx="8097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negative</a:t>
              </a:r>
            </a:p>
          </p:txBody>
        </p:sp>
        <p:pic>
          <p:nvPicPr>
            <p:cNvPr id="102" name="Grafik 101">
              <a:extLst>
                <a:ext uri="{FF2B5EF4-FFF2-40B4-BE49-F238E27FC236}">
                  <a16:creationId xmlns:a16="http://schemas.microsoft.com/office/drawing/2014/main" id="{8D6BBFD5-45C1-73E7-DAF4-1F5C186ABCFD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946830" y="971144"/>
              <a:ext cx="416045" cy="713221"/>
            </a:xfrm>
            <a:prstGeom prst="rect">
              <a:avLst/>
            </a:prstGeom>
          </p:spPr>
        </p:pic>
        <p:sp>
          <p:nvSpPr>
            <p:cNvPr id="103" name="Textfeld 102">
              <a:extLst>
                <a:ext uri="{FF2B5EF4-FFF2-40B4-BE49-F238E27FC236}">
                  <a16:creationId xmlns:a16="http://schemas.microsoft.com/office/drawing/2014/main" id="{C5AAA490-4220-F1E8-C13F-C1E15219CD30}"/>
                </a:ext>
              </a:extLst>
            </p:cNvPr>
            <p:cNvSpPr txBox="1"/>
            <p:nvPr/>
          </p:nvSpPr>
          <p:spPr>
            <a:xfrm>
              <a:off x="10258712" y="1334349"/>
              <a:ext cx="809748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1400" dirty="0">
                  <a:latin typeface="Calibri" panose="020F0502020204030204" pitchFamily="34" charset="0"/>
                  <a:ea typeface="Calibri" panose="020F0502020204030204" pitchFamily="34" charset="0"/>
                  <a:cs typeface="Calibri" panose="020F0502020204030204" pitchFamily="34" charset="0"/>
                </a:rPr>
                <a:t>positive</a:t>
              </a:r>
            </a:p>
          </p:txBody>
        </p:sp>
      </p:grpSp>
      <p:sp>
        <p:nvSpPr>
          <p:cNvPr id="13" name="Geschweifte Klammer links 12">
            <a:extLst>
              <a:ext uri="{FF2B5EF4-FFF2-40B4-BE49-F238E27FC236}">
                <a16:creationId xmlns:a16="http://schemas.microsoft.com/office/drawing/2014/main" id="{A0CCD946-7579-17AB-8152-CFE44228EFE3}"/>
              </a:ext>
            </a:extLst>
          </p:cNvPr>
          <p:cNvSpPr/>
          <p:nvPr/>
        </p:nvSpPr>
        <p:spPr>
          <a:xfrm rot="5400000">
            <a:off x="2210364" y="3459380"/>
            <a:ext cx="161838" cy="2109990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7" name="Geschweifte Klammer links 16">
            <a:extLst>
              <a:ext uri="{FF2B5EF4-FFF2-40B4-BE49-F238E27FC236}">
                <a16:creationId xmlns:a16="http://schemas.microsoft.com/office/drawing/2014/main" id="{375B69E0-10FC-36EB-772C-560FB128E4F8}"/>
              </a:ext>
            </a:extLst>
          </p:cNvPr>
          <p:cNvSpPr/>
          <p:nvPr/>
        </p:nvSpPr>
        <p:spPr>
          <a:xfrm rot="5400000">
            <a:off x="4831857" y="3753005"/>
            <a:ext cx="156630" cy="1512267"/>
          </a:xfrm>
          <a:prstGeom prst="leftBrace">
            <a:avLst/>
          </a:prstGeom>
          <a:ln w="190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de-DE"/>
          </a:p>
        </p:txBody>
      </p:sp>
      <p:sp>
        <p:nvSpPr>
          <p:cNvPr id="18" name="Textfeld 17">
            <a:extLst>
              <a:ext uri="{FF2B5EF4-FFF2-40B4-BE49-F238E27FC236}">
                <a16:creationId xmlns:a16="http://schemas.microsoft.com/office/drawing/2014/main" id="{D9F1C5D8-24AE-4600-6767-43966A745C03}"/>
              </a:ext>
            </a:extLst>
          </p:cNvPr>
          <p:cNvSpPr txBox="1"/>
          <p:nvPr/>
        </p:nvSpPr>
        <p:spPr>
          <a:xfrm>
            <a:off x="1306660" y="4101271"/>
            <a:ext cx="1822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Niche A</a:t>
            </a:r>
          </a:p>
        </p:txBody>
      </p:sp>
      <p:sp>
        <p:nvSpPr>
          <p:cNvPr id="19" name="Textfeld 18">
            <a:extLst>
              <a:ext uri="{FF2B5EF4-FFF2-40B4-BE49-F238E27FC236}">
                <a16:creationId xmlns:a16="http://schemas.microsoft.com/office/drawing/2014/main" id="{C0EEB8C7-F051-E927-46C8-ABD3F35E634A}"/>
              </a:ext>
            </a:extLst>
          </p:cNvPr>
          <p:cNvSpPr txBox="1"/>
          <p:nvPr/>
        </p:nvSpPr>
        <p:spPr>
          <a:xfrm>
            <a:off x="3933375" y="4108579"/>
            <a:ext cx="1822079" cy="369332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de-DE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Temporal Niche B</a:t>
            </a:r>
          </a:p>
        </p:txBody>
      </p:sp>
      <p:pic>
        <p:nvPicPr>
          <p:cNvPr id="2" name="Grafik 1">
            <a:extLst>
              <a:ext uri="{FF2B5EF4-FFF2-40B4-BE49-F238E27FC236}">
                <a16:creationId xmlns:a16="http://schemas.microsoft.com/office/drawing/2014/main" id="{33A96ACF-1E48-E231-1475-83C8E27B92BA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6731" y="2131643"/>
            <a:ext cx="390021" cy="811080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</p:spPr>
      </p:pic>
      <p:pic>
        <p:nvPicPr>
          <p:cNvPr id="12" name="Grafik 11">
            <a:extLst>
              <a:ext uri="{FF2B5EF4-FFF2-40B4-BE49-F238E27FC236}">
                <a16:creationId xmlns:a16="http://schemas.microsoft.com/office/drawing/2014/main" id="{32A3300C-9BD5-2A3A-8ADE-574E0547702E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3">
                <a:shade val="45000"/>
                <a:satMod val="135000"/>
              </a:schemeClr>
              <a:prstClr val="white"/>
            </a:duotone>
          </a:blip>
          <a:srcRect r="27079"/>
          <a:stretch>
            <a:fillRect/>
          </a:stretch>
        </p:blipFill>
        <p:spPr>
          <a:xfrm>
            <a:off x="1245432" y="1430679"/>
            <a:ext cx="2089477" cy="1606199"/>
          </a:xfrm>
          <a:prstGeom prst="rect">
            <a:avLst/>
          </a:prstGeom>
          <a:effectLst>
            <a:softEdge rad="101600"/>
          </a:effectLst>
        </p:spPr>
      </p:pic>
      <p:cxnSp>
        <p:nvCxnSpPr>
          <p:cNvPr id="20" name="Gerader Verbinder 19">
            <a:extLst>
              <a:ext uri="{FF2B5EF4-FFF2-40B4-BE49-F238E27FC236}">
                <a16:creationId xmlns:a16="http://schemas.microsoft.com/office/drawing/2014/main" id="{0CE6FC66-8622-AE6D-E81B-5C075C23A934}"/>
              </a:ext>
            </a:extLst>
          </p:cNvPr>
          <p:cNvCxnSpPr>
            <a:cxnSpLocks/>
          </p:cNvCxnSpPr>
          <p:nvPr/>
        </p:nvCxnSpPr>
        <p:spPr>
          <a:xfrm>
            <a:off x="1222752" y="2636833"/>
            <a:ext cx="2089476" cy="2076"/>
          </a:xfrm>
          <a:prstGeom prst="line">
            <a:avLst/>
          </a:prstGeom>
          <a:ln w="28575">
            <a:solidFill>
              <a:srgbClr val="37763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84F8179A-1865-15C9-C385-2FA9696A9291}"/>
                  </a:ext>
                </a:extLst>
              </p:cNvPr>
              <p:cNvSpPr txBox="1"/>
              <p:nvPr/>
            </p:nvSpPr>
            <p:spPr>
              <a:xfrm>
                <a:off x="2800676" y="2229589"/>
                <a:ext cx="367933" cy="223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22" name="Textfeld 21">
                <a:extLst>
                  <a:ext uri="{FF2B5EF4-FFF2-40B4-BE49-F238E27FC236}">
                    <a16:creationId xmlns:a16="http://schemas.microsoft.com/office/drawing/2014/main" id="{84F8179A-1865-15C9-C385-2FA9696A929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800676" y="2229589"/>
                <a:ext cx="367933" cy="223647"/>
              </a:xfrm>
              <a:prstGeom prst="rect">
                <a:avLst/>
              </a:prstGeom>
              <a:blipFill>
                <a:blip r:embed="rId6"/>
                <a:stretch>
                  <a:fillRect l="-29508" t="-2778" r="-50820"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5" name="Grafik 14">
            <a:extLst>
              <a:ext uri="{FF2B5EF4-FFF2-40B4-BE49-F238E27FC236}">
                <a16:creationId xmlns:a16="http://schemas.microsoft.com/office/drawing/2014/main" id="{6B6D2DE7-C788-4DF2-BD47-09A106FBDAC8}"/>
              </a:ext>
            </a:extLst>
          </p:cNvPr>
          <p:cNvPicPr>
            <a:picLocks noChangeAspect="1"/>
          </p:cNvPicPr>
          <p:nvPr/>
        </p:nvPicPr>
        <p:blipFill>
          <a:blip r:embed="rId7">
            <a:duotone>
              <a:schemeClr val="accent2">
                <a:shade val="45000"/>
                <a:satMod val="135000"/>
              </a:schemeClr>
              <a:prstClr val="white"/>
            </a:duotone>
          </a:blip>
          <a:srcRect r="42858" b="12849"/>
          <a:stretch>
            <a:fillRect/>
          </a:stretch>
        </p:blipFill>
        <p:spPr>
          <a:xfrm>
            <a:off x="4057286" y="1444955"/>
            <a:ext cx="1665734" cy="1677062"/>
          </a:xfrm>
          <a:prstGeom prst="rect">
            <a:avLst/>
          </a:prstGeom>
          <a:effectLst>
            <a:softEdge rad="101600"/>
          </a:effectLst>
        </p:spPr>
      </p:pic>
      <p:cxnSp>
        <p:nvCxnSpPr>
          <p:cNvPr id="25" name="Gerader Verbinder 24">
            <a:extLst>
              <a:ext uri="{FF2B5EF4-FFF2-40B4-BE49-F238E27FC236}">
                <a16:creationId xmlns:a16="http://schemas.microsoft.com/office/drawing/2014/main" id="{2B385C52-E19C-74D0-0B54-B11AB74D2963}"/>
              </a:ext>
            </a:extLst>
          </p:cNvPr>
          <p:cNvCxnSpPr>
            <a:cxnSpLocks/>
          </p:cNvCxnSpPr>
          <p:nvPr/>
        </p:nvCxnSpPr>
        <p:spPr>
          <a:xfrm>
            <a:off x="4181813" y="2636833"/>
            <a:ext cx="1439168" cy="0"/>
          </a:xfrm>
          <a:prstGeom prst="line">
            <a:avLst/>
          </a:prstGeom>
          <a:ln w="28575">
            <a:solidFill>
              <a:srgbClr val="C86C3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72906EE4-C841-75E0-B92B-AB12698F818E}"/>
                  </a:ext>
                </a:extLst>
              </p:cNvPr>
              <p:cNvSpPr txBox="1"/>
              <p:nvPr/>
            </p:nvSpPr>
            <p:spPr>
              <a:xfrm>
                <a:off x="5221353" y="2222445"/>
                <a:ext cx="367933" cy="22364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𝑓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𝑝𝑒𝑎𝑘</m:t>
                          </m:r>
                        </m:sub>
                      </m:sSub>
                    </m:oMath>
                  </m:oMathPara>
                </a14:m>
                <a:endParaRPr lang="de-DE" i="1" dirty="0">
                  <a:latin typeface="Calibri Light" panose="020F0302020204030204" pitchFamily="34" charset="0"/>
                  <a:ea typeface="Calibri Light" panose="020F0302020204030204" pitchFamily="34" charset="0"/>
                  <a:cs typeface="Calibri Light" panose="020F0302020204030204" pitchFamily="34" charset="0"/>
                </a:endParaRPr>
              </a:p>
            </p:txBody>
          </p:sp>
        </mc:Choice>
        <mc:Fallback>
          <p:sp>
            <p:nvSpPr>
              <p:cNvPr id="37" name="Textfeld 36">
                <a:extLst>
                  <a:ext uri="{FF2B5EF4-FFF2-40B4-BE49-F238E27FC236}">
                    <a16:creationId xmlns:a16="http://schemas.microsoft.com/office/drawing/2014/main" id="{72906EE4-C841-75E0-B92B-AB12698F818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21353" y="2222445"/>
                <a:ext cx="367933" cy="223647"/>
              </a:xfrm>
              <a:prstGeom prst="rect">
                <a:avLst/>
              </a:prstGeom>
              <a:blipFill>
                <a:blip r:embed="rId8"/>
                <a:stretch>
                  <a:fillRect l="-30000" t="-2778" r="-53333" b="-72222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48" name="Grafik 47">
            <a:extLst>
              <a:ext uri="{FF2B5EF4-FFF2-40B4-BE49-F238E27FC236}">
                <a16:creationId xmlns:a16="http://schemas.microsoft.com/office/drawing/2014/main" id="{8BD14EF6-4C7C-3DCE-FEE4-AA156FCB905C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prstClr val="black"/>
              <a:schemeClr val="accent2">
                <a:tint val="45000"/>
                <a:satMod val="400000"/>
              </a:scheme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521300" y="2276385"/>
            <a:ext cx="645040" cy="628323"/>
          </a:xfrm>
          <a:prstGeom prst="rect">
            <a:avLst/>
          </a:prstGeom>
          <a:effectLst>
            <a:outerShdw blurRad="76200" dist="12700" dir="2700000" sy="-23000" kx="-800400" algn="bl" rotWithShape="0">
              <a:prstClr val="black">
                <a:alpha val="20000"/>
              </a:prstClr>
            </a:outerShdw>
          </a:effectLst>
          <a:scene3d>
            <a:camera prst="orthographicFront">
              <a:rot lat="0" lon="20999991" rev="0"/>
            </a:camera>
            <a:lightRig rig="threePt" dir="t"/>
          </a:scene3d>
        </p:spPr>
      </p:pic>
    </p:spTree>
    <p:extLst>
      <p:ext uri="{BB962C8B-B14F-4D97-AF65-F5344CB8AC3E}">
        <p14:creationId xmlns:p14="http://schemas.microsoft.com/office/powerpoint/2010/main" val="131549207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92</Words>
  <Application>Microsoft Office PowerPoint</Application>
  <PresentationFormat>Breitbild</PresentationFormat>
  <Paragraphs>47</Paragraphs>
  <Slides>3</Slides>
  <Notes>3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6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3</vt:i4>
      </vt:variant>
    </vt:vector>
  </HeadingPairs>
  <TitlesOfParts>
    <vt:vector size="10" baseType="lpstr">
      <vt:lpstr>Aptos</vt:lpstr>
      <vt:lpstr>Aptos Display</vt:lpstr>
      <vt:lpstr>Arial</vt:lpstr>
      <vt:lpstr>Calibri</vt:lpstr>
      <vt:lpstr>Calibri Light</vt:lpstr>
      <vt:lpstr>Cambria Math</vt:lpstr>
      <vt:lpstr>Office</vt:lpstr>
      <vt:lpstr>PowerPoint-Präsentation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Sonja Kümmet</dc:creator>
  <cp:lastModifiedBy>Sonja Kümmet</cp:lastModifiedBy>
  <cp:revision>106</cp:revision>
  <dcterms:created xsi:type="dcterms:W3CDTF">2026-01-07T18:36:50Z</dcterms:created>
  <dcterms:modified xsi:type="dcterms:W3CDTF">2026-04-09T15:42:34Z</dcterms:modified>
</cp:coreProperties>
</file>