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9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9:09:48.142"/>
    </inkml:context>
    <inkml:brush xml:id="br0">
      <inkml:brushProperty name="width" value="0.05" units="cm"/>
      <inkml:brushProperty name="height" value="0.05" units="cm"/>
      <inkml:brushProperty name="color" value="#DAA520"/>
    </inkml:brush>
  </inkml:definitions>
  <inkml:trace contextRef="#ctx0" brushRef="#br0">0 0 23706,'30974'2823'0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08335-AC09-4564-8C3F-6F9455F862BB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97955-C8C6-4BC6-94C5-BF4E5EA57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87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133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719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A64E3-338C-647A-1EB3-F93D06F59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796DBF-78B0-6ADD-7085-4539DF7D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9216C-5C7E-648B-A432-6AA5AADD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39D15-A825-A385-82EF-208A3ABE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5D29C-0547-E726-A10C-6FFA47B4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21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CE80F-6736-ED90-7CA5-F1E1CE6B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7E32C-7B91-7136-7F05-D109B921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DF706-A912-559F-1827-222DAE5D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A2B769-111A-5847-306E-E6DEEACD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AE5E0-AF78-E4BD-FFA0-2C4323DF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96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500C7-19DF-DDED-7B00-0D0C1488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42FB61-AD07-A0B5-F053-8D476D92B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EF8F6-C664-EDAF-C810-779B90A3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52B98F-DFBD-ADA6-27A8-CE8FA9CC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9E998-991E-96C5-6F89-3EF36E8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51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24EF4-58D2-AF96-BAF9-2D229A9B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9DEDF-34D2-A9B6-F876-60E7B76A7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C9AA6-A861-4CF3-3631-29F20256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B75F6E-4865-27D9-02A7-308E607B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AAFAFD-59AA-EFD0-5922-4633F001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12D581-117F-D5EC-E05D-4C667CBA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9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C5748-FBA5-A215-CFBD-7290DC81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F74550-FB68-F04B-1689-B125B9B0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D0B0BC-30B9-F0A2-2429-C0018493E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DDD412-BAA3-CEBD-A583-BFB302B6C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928755-1E6A-2EBA-40D9-06A53A16F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186915-4969-C1F8-55F3-6AB00C1D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C1750F-4CD6-28BF-990F-64E12E85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09E9E4-48BF-3B4F-0726-C829C745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37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FD670-F3CD-74D4-D18F-47BD459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51396F-157D-251F-C242-BB4B90D2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4CC456-14FA-B447-6452-909D21CB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A18B4D-717D-4552-6A1B-6C4F815F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962F3F-B7B1-E775-C738-57579265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4C72F7-803C-B4F1-60EC-4FFD285A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2109A1-2C06-6CB8-3F17-8A0D94E7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28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E10F9-1A51-D9B9-9AEB-0B534351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F6C8F2-FC31-4A2E-E600-77815583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171BA4-B3EC-C5E9-0AC3-215321F88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E3ECE3-429E-2C24-4BE7-D059214D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39266-BDB4-B179-B643-E6AB0147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732C28-7FF9-F0E7-F5DB-7240CF39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85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D2EC31-9BCE-FD13-B4BE-321EE0A7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31FD0D-37CD-7B83-B341-072D60FDB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DFAF64-7053-822F-5C92-C1429CDD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685492-72E2-9E16-5423-FE8744B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E281B9-04DF-CF75-9D0D-6D45CFFD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404F1C-48D8-822E-A1AC-1C94B9C9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21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B68AD-AE5F-E95E-4281-6A9B03F8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CB4426-0B67-712A-6A2D-5EF49282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791AA8-0D62-0F16-1255-61530D47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F6F63B-190C-C09F-2F9A-90949442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8E467-BE88-6816-4356-6AF4396F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28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D9F127-CA49-3029-CB8A-49CE2C9C6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CEFE97-8F61-D08C-49B1-DEE9AB3ED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DF96E2-8CDF-9EA5-6C9E-9C6CEB5A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71D304-4717-8072-60FC-F7969A84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1A7058-B04F-B52D-8F72-C0C3BD64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2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018D0B-07CC-B5FA-8555-2BD667D3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985E6-5D5B-0F9F-F0D9-CCE17BBE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A64E3-519A-829A-F1A7-44008707F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C1FC4A-7A1A-8E9C-9EAE-4B0D67F9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CB1A03-DFCB-F96B-E2C5-64268CD4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9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 descr="Ein Bild, das Text, Baum, Screenshot, Landschaft enthält.&#10;&#10;KI-generierte Inhalte können fehlerhaft sein.">
            <a:extLst>
              <a:ext uri="{FF2B5EF4-FFF2-40B4-BE49-F238E27FC236}">
                <a16:creationId xmlns:a16="http://schemas.microsoft.com/office/drawing/2014/main" id="{10AC0031-6704-80AD-EB01-141F24D6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3577799"/>
          </a:xfrm>
          <a:prstGeom prst="rect">
            <a:avLst/>
          </a:prstGeom>
        </p:spPr>
      </p:pic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CC8EA50-2850-0426-7063-6AE6167CF468}"/>
              </a:ext>
            </a:extLst>
          </p:cNvPr>
          <p:cNvGrpSpPr/>
          <p:nvPr/>
        </p:nvGrpSpPr>
        <p:grpSpPr>
          <a:xfrm>
            <a:off x="14010" y="51700"/>
            <a:ext cx="12044700" cy="3558535"/>
            <a:chOff x="33000" y="1739900"/>
            <a:chExt cx="12044700" cy="3558535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731BE199-0FBA-40B9-F9FE-84B6DC474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800" y="1739900"/>
              <a:ext cx="0" cy="311150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DB7A282-A81B-990E-14AA-E0A84F58C7C9}"/>
                </a:ext>
              </a:extLst>
            </p:cNvPr>
            <p:cNvCxnSpPr>
              <a:cxnSpLocks/>
            </p:cNvCxnSpPr>
            <p:nvPr/>
          </p:nvCxnSpPr>
          <p:spPr>
            <a:xfrm>
              <a:off x="431800" y="4838700"/>
              <a:ext cx="11645900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AD99CD9B-C162-F868-2BF2-96194582B288}"/>
                </a:ext>
              </a:extLst>
            </p:cNvPr>
            <p:cNvSpPr txBox="1"/>
            <p:nvPr/>
          </p:nvSpPr>
          <p:spPr>
            <a:xfrm>
              <a:off x="448350" y="4898325"/>
              <a:ext cx="73787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chemeClr val="bg1"/>
                  </a:solidFill>
                </a:rPr>
                <a:t>Successional Stage (Habitat Density)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1F83CBD-DAB3-0749-C5B0-931CC0E86FB8}"/>
                </a:ext>
              </a:extLst>
            </p:cNvPr>
            <p:cNvSpPr txBox="1"/>
            <p:nvPr/>
          </p:nvSpPr>
          <p:spPr>
            <a:xfrm rot="16200000">
              <a:off x="-1322695" y="3143213"/>
              <a:ext cx="3111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chemeClr val="bg1"/>
                  </a:solidFill>
                </a:rPr>
                <a:t>Mean Peak Frequency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7" name="Freihand 36">
                  <a:extLst>
                    <a:ext uri="{FF2B5EF4-FFF2-40B4-BE49-F238E27FC236}">
                      <a16:creationId xmlns:a16="http://schemas.microsoft.com/office/drawing/2014/main" id="{723A4256-12DE-E266-E8C9-DCA1759173FF}"/>
                    </a:ext>
                  </a:extLst>
                </p14:cNvPr>
                <p14:cNvContentPartPr/>
                <p14:nvPr/>
              </p14:nvContentPartPr>
              <p14:xfrm>
                <a:off x="736680" y="2870140"/>
                <a:ext cx="11151000" cy="1016640"/>
              </p14:xfrm>
            </p:contentPart>
          </mc:Choice>
          <mc:Fallback>
            <p:pic>
              <p:nvPicPr>
                <p:cNvPr id="37" name="Freihand 36">
                  <a:extLst>
                    <a:ext uri="{FF2B5EF4-FFF2-40B4-BE49-F238E27FC236}">
                      <a16:creationId xmlns:a16="http://schemas.microsoft.com/office/drawing/2014/main" id="{723A4256-12DE-E266-E8C9-DCA1759173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7680" y="2861140"/>
                  <a:ext cx="11168640" cy="10342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4308C7B-462C-499C-FE38-CB8A0D14E978}"/>
              </a:ext>
            </a:extLst>
          </p:cNvPr>
          <p:cNvCxnSpPr>
            <a:cxnSpLocks/>
          </p:cNvCxnSpPr>
          <p:nvPr/>
        </p:nvCxnSpPr>
        <p:spPr>
          <a:xfrm flipV="1">
            <a:off x="414735" y="117867"/>
            <a:ext cx="0" cy="3110088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D13543F2-8205-EE1C-627C-EC8634846EF7}"/>
              </a:ext>
            </a:extLst>
          </p:cNvPr>
          <p:cNvCxnSpPr>
            <a:cxnSpLocks/>
          </p:cNvCxnSpPr>
          <p:nvPr/>
        </p:nvCxnSpPr>
        <p:spPr>
          <a:xfrm>
            <a:off x="400111" y="3227955"/>
            <a:ext cx="11658599" cy="0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13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 descr="Ein Bild, das Screenshot, Rechteck, Reihe, Quadrat enthält.&#10;&#10;KI-generierte Inhalte können fehlerhaft sein.">
            <a:extLst>
              <a:ext uri="{FF2B5EF4-FFF2-40B4-BE49-F238E27FC236}">
                <a16:creationId xmlns:a16="http://schemas.microsoft.com/office/drawing/2014/main" id="{0DD7BD94-C0D6-AD38-D066-040EA4FB1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274716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C08F825-2A79-3EBB-2A29-8D4FADEAC132}"/>
              </a:ext>
            </a:extLst>
          </p:cNvPr>
          <p:cNvCxnSpPr>
            <a:cxnSpLocks/>
          </p:cNvCxnSpPr>
          <p:nvPr/>
        </p:nvCxnSpPr>
        <p:spPr>
          <a:xfrm>
            <a:off x="412810" y="5945399"/>
            <a:ext cx="11645900" cy="0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AEAFFD26-BDA1-F97F-E782-E58DBFDDC500}"/>
              </a:ext>
            </a:extLst>
          </p:cNvPr>
          <p:cNvSpPr txBox="1"/>
          <p:nvPr/>
        </p:nvSpPr>
        <p:spPr>
          <a:xfrm rot="16200000">
            <a:off x="-1355695" y="4131724"/>
            <a:ext cx="311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Peak Frequency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A9703AF-C216-4617-74DF-C6A5EDEBA701}"/>
              </a:ext>
            </a:extLst>
          </p:cNvPr>
          <p:cNvSpPr txBox="1"/>
          <p:nvPr/>
        </p:nvSpPr>
        <p:spPr>
          <a:xfrm>
            <a:off x="469559" y="5916671"/>
            <a:ext cx="965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Time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BD09577-B6FC-B8DC-FC94-DA1B03AE9010}"/>
              </a:ext>
            </a:extLst>
          </p:cNvPr>
          <p:cNvGrpSpPr/>
          <p:nvPr/>
        </p:nvGrpSpPr>
        <p:grpSpPr>
          <a:xfrm>
            <a:off x="7260" y="-57680"/>
            <a:ext cx="405550" cy="6016741"/>
            <a:chOff x="26250" y="1223534"/>
            <a:chExt cx="405550" cy="6989247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BB773057-ADEB-20D6-F53A-2B9C58A948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800" y="4598359"/>
              <a:ext cx="0" cy="3614422"/>
            </a:xfrm>
            <a:prstGeom prst="straightConnector1">
              <a:avLst/>
            </a:prstGeom>
            <a:ln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4769F0A-069E-806F-7062-78586794607C}"/>
                </a:ext>
              </a:extLst>
            </p:cNvPr>
            <p:cNvSpPr txBox="1"/>
            <p:nvPr/>
          </p:nvSpPr>
          <p:spPr>
            <a:xfrm rot="16200000">
              <a:off x="-1329445" y="2579229"/>
              <a:ext cx="3111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chemeClr val="bg1"/>
                  </a:solidFill>
                </a:rPr>
                <a:t>Peak Frequency</a:t>
              </a:r>
            </a:p>
          </p:txBody>
        </p:sp>
      </p:grp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C129657-3DE0-5D3A-1C48-1630E7EAC07C}"/>
              </a:ext>
            </a:extLst>
          </p:cNvPr>
          <p:cNvCxnSpPr>
            <a:cxnSpLocks/>
          </p:cNvCxnSpPr>
          <p:nvPr/>
        </p:nvCxnSpPr>
        <p:spPr>
          <a:xfrm>
            <a:off x="412810" y="2669788"/>
            <a:ext cx="11645900" cy="0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F59D143A-622D-6039-18DA-3CEBDA96F6D5}"/>
              </a:ext>
            </a:extLst>
          </p:cNvPr>
          <p:cNvCxnSpPr>
            <a:cxnSpLocks/>
          </p:cNvCxnSpPr>
          <p:nvPr/>
        </p:nvCxnSpPr>
        <p:spPr>
          <a:xfrm flipV="1">
            <a:off x="414735" y="117867"/>
            <a:ext cx="0" cy="2553988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B60560E-969B-3BC1-51B4-A5F6F6FAB4D7}"/>
              </a:ext>
            </a:extLst>
          </p:cNvPr>
          <p:cNvCxnSpPr>
            <a:cxnSpLocks/>
          </p:cNvCxnSpPr>
          <p:nvPr/>
        </p:nvCxnSpPr>
        <p:spPr>
          <a:xfrm>
            <a:off x="565210" y="4755138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477F805A-A641-39A6-15ED-1C2D7C43296A}"/>
              </a:ext>
            </a:extLst>
          </p:cNvPr>
          <p:cNvCxnSpPr>
            <a:cxnSpLocks/>
          </p:cNvCxnSpPr>
          <p:nvPr/>
        </p:nvCxnSpPr>
        <p:spPr>
          <a:xfrm>
            <a:off x="565210" y="4255554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B87E84AA-CE51-3EE0-D122-9468449405F0}"/>
              </a:ext>
            </a:extLst>
          </p:cNvPr>
          <p:cNvCxnSpPr>
            <a:cxnSpLocks/>
          </p:cNvCxnSpPr>
          <p:nvPr/>
        </p:nvCxnSpPr>
        <p:spPr>
          <a:xfrm>
            <a:off x="565210" y="3763571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95A8DFC-1C7C-9750-B3BC-33981BEA0B75}"/>
              </a:ext>
            </a:extLst>
          </p:cNvPr>
          <p:cNvCxnSpPr>
            <a:cxnSpLocks/>
          </p:cNvCxnSpPr>
          <p:nvPr/>
        </p:nvCxnSpPr>
        <p:spPr>
          <a:xfrm>
            <a:off x="565210" y="3256215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fik 40" descr="Ein Bild, das Vogel, Entwurf, Schnabel, Papagei enthält.&#10;&#10;KI-generierte Inhalte können fehlerhaft sein.">
            <a:extLst>
              <a:ext uri="{FF2B5EF4-FFF2-40B4-BE49-F238E27FC236}">
                <a16:creationId xmlns:a16="http://schemas.microsoft.com/office/drawing/2014/main" id="{3ECE9463-FB2C-C07D-FA7B-A73DE8EAF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859" y="2726626"/>
            <a:ext cx="2203243" cy="3428690"/>
          </a:xfrm>
          <a:prstGeom prst="rect">
            <a:avLst/>
          </a:prstGeom>
        </p:spPr>
      </p:pic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3267725A-8C34-55E4-6CA8-047419D46806}"/>
              </a:ext>
            </a:extLst>
          </p:cNvPr>
          <p:cNvCxnSpPr>
            <a:cxnSpLocks/>
          </p:cNvCxnSpPr>
          <p:nvPr/>
        </p:nvCxnSpPr>
        <p:spPr>
          <a:xfrm>
            <a:off x="586310" y="560134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23D788F-394D-58ED-B2AF-9886E815ABEC}"/>
              </a:ext>
            </a:extLst>
          </p:cNvPr>
          <p:cNvCxnSpPr>
            <a:cxnSpLocks/>
          </p:cNvCxnSpPr>
          <p:nvPr/>
        </p:nvCxnSpPr>
        <p:spPr>
          <a:xfrm>
            <a:off x="586310" y="1054128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29DD1D3F-0A71-4603-62A3-18E1B6B060C6}"/>
              </a:ext>
            </a:extLst>
          </p:cNvPr>
          <p:cNvCxnSpPr>
            <a:cxnSpLocks/>
          </p:cNvCxnSpPr>
          <p:nvPr/>
        </p:nvCxnSpPr>
        <p:spPr>
          <a:xfrm>
            <a:off x="586310" y="1559419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97DC5578-CC36-BA82-6FDF-F528C1DE4F7A}"/>
              </a:ext>
            </a:extLst>
          </p:cNvPr>
          <p:cNvCxnSpPr>
            <a:cxnSpLocks/>
          </p:cNvCxnSpPr>
          <p:nvPr/>
        </p:nvCxnSpPr>
        <p:spPr>
          <a:xfrm>
            <a:off x="586617" y="2059059"/>
            <a:ext cx="11493500" cy="0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fik 38" descr="Ein Bild, das Zeichnung, Entwurf, Schnabel, Vogel enthält.&#10;&#10;KI-generierte Inhalte können fehlerhaft sein.">
            <a:extLst>
              <a:ext uri="{FF2B5EF4-FFF2-40B4-BE49-F238E27FC236}">
                <a16:creationId xmlns:a16="http://schemas.microsoft.com/office/drawing/2014/main" id="{1F234A97-B4BE-5F4E-4A8A-FBA8377C2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96" y="1157940"/>
            <a:ext cx="1705458" cy="1566436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C3DB6E0-BABF-BF12-A095-BC9C9CEF8D2E}"/>
              </a:ext>
            </a:extLst>
          </p:cNvPr>
          <p:cNvCxnSpPr>
            <a:cxnSpLocks/>
          </p:cNvCxnSpPr>
          <p:nvPr/>
        </p:nvCxnSpPr>
        <p:spPr>
          <a:xfrm flipV="1">
            <a:off x="8556102" y="1026597"/>
            <a:ext cx="3310777" cy="15956"/>
          </a:xfrm>
          <a:prstGeom prst="line">
            <a:avLst/>
          </a:prstGeom>
          <a:ln w="508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78C8AEFD-DFDF-3692-BAE9-31BBA5538520}"/>
              </a:ext>
            </a:extLst>
          </p:cNvPr>
          <p:cNvCxnSpPr>
            <a:cxnSpLocks/>
          </p:cNvCxnSpPr>
          <p:nvPr/>
        </p:nvCxnSpPr>
        <p:spPr>
          <a:xfrm flipV="1">
            <a:off x="8556101" y="4732483"/>
            <a:ext cx="3310777" cy="15956"/>
          </a:xfrm>
          <a:prstGeom prst="line">
            <a:avLst/>
          </a:prstGeom>
          <a:ln w="508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8636C56E-4C9A-2FC7-9EAF-D1CFBD65951F}"/>
              </a:ext>
            </a:extLst>
          </p:cNvPr>
          <p:cNvCxnSpPr>
            <a:cxnSpLocks/>
          </p:cNvCxnSpPr>
          <p:nvPr/>
        </p:nvCxnSpPr>
        <p:spPr>
          <a:xfrm>
            <a:off x="2878114" y="1038038"/>
            <a:ext cx="1077388" cy="876"/>
          </a:xfrm>
          <a:prstGeom prst="line">
            <a:avLst/>
          </a:prstGeom>
          <a:ln w="508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A1C783B9-9754-9E96-B5FA-B895581676D8}"/>
              </a:ext>
            </a:extLst>
          </p:cNvPr>
          <p:cNvCxnSpPr>
            <a:cxnSpLocks/>
          </p:cNvCxnSpPr>
          <p:nvPr/>
        </p:nvCxnSpPr>
        <p:spPr>
          <a:xfrm>
            <a:off x="3912860" y="3742675"/>
            <a:ext cx="1077388" cy="876"/>
          </a:xfrm>
          <a:prstGeom prst="line">
            <a:avLst/>
          </a:prstGeom>
          <a:ln w="508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6D4EAE79-C0B1-B2E9-C905-1A763FCAEE0B}"/>
              </a:ext>
            </a:extLst>
          </p:cNvPr>
          <p:cNvCxnSpPr>
            <a:cxnSpLocks/>
          </p:cNvCxnSpPr>
          <p:nvPr/>
        </p:nvCxnSpPr>
        <p:spPr>
          <a:xfrm>
            <a:off x="5001820" y="1035972"/>
            <a:ext cx="1077388" cy="876"/>
          </a:xfrm>
          <a:prstGeom prst="line">
            <a:avLst/>
          </a:prstGeom>
          <a:ln w="508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Grafik 80" descr="Ein Bild, das Zeichnung, Entwurf, Schnabel, Vogel enthält.&#10;&#10;KI-generierte Inhalte können fehlerhaft sein.">
            <a:extLst>
              <a:ext uri="{FF2B5EF4-FFF2-40B4-BE49-F238E27FC236}">
                <a16:creationId xmlns:a16="http://schemas.microsoft.com/office/drawing/2014/main" id="{4351FBDF-3CC0-AC86-ACB5-1DA0DC8F5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751" y="1152553"/>
            <a:ext cx="1705458" cy="1566436"/>
          </a:xfrm>
          <a:prstGeom prst="rect">
            <a:avLst/>
          </a:prstGeom>
        </p:spPr>
      </p:pic>
      <p:pic>
        <p:nvPicPr>
          <p:cNvPr id="82" name="Grafik 81" descr="Ein Bild, das Zeichnung, Entwurf, Schnabel, Vogel enthält.&#10;&#10;KI-generierte Inhalte können fehlerhaft sein.">
            <a:extLst>
              <a:ext uri="{FF2B5EF4-FFF2-40B4-BE49-F238E27FC236}">
                <a16:creationId xmlns:a16="http://schemas.microsoft.com/office/drawing/2014/main" id="{28584240-E4D6-8FA6-57C2-4A36820ED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96" y="3874040"/>
            <a:ext cx="1705458" cy="156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7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Breitbild</PresentationFormat>
  <Paragraphs>7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Sonja Kümmet</dc:creator>
  <cp:lastModifiedBy>Sonja Kümmet</cp:lastModifiedBy>
  <cp:revision>22</cp:revision>
  <dcterms:created xsi:type="dcterms:W3CDTF">2026-01-07T18:36:50Z</dcterms:created>
  <dcterms:modified xsi:type="dcterms:W3CDTF">2026-01-08T13:33:52Z</dcterms:modified>
</cp:coreProperties>
</file>